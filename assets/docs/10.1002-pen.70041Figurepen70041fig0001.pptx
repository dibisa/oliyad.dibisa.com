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&lt;header&gt;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8C484949-6D54-4BBF-8963-FA04026F965C}" type="slidenum">
              <a:rPr b="0" lang="en-US" sz="1400" spc="-1" strike="noStrike">
                <a:solidFill>
                  <a:srgbClr val="303d22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1587960" y="1005840"/>
            <a:ext cx="4596480" cy="3447360"/>
          </a:xfrm>
          <a:prstGeom prst="rect">
            <a:avLst/>
          </a:prstGeom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185120" y="4787640"/>
            <a:ext cx="5407560" cy="51001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Ammonia‐free system preparation and time domain NMR analysis.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PERMISSIONS' LINK ACCOMPANYING THIS ARTICLE. WILEY OR AUTHOR OWNED IMAGES MAY BE USED FOR NON-COMMERCIAL PURPOSES, SUBJECT TO PROPER CITATION OF THE ARTICLE, AUTHOR, AND PUBLISHER. 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1260000" y="152280"/>
            <a:ext cx="720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/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Characterization of Natural Rubber Latex With High‐Sensitivity, Diffusion‐Ordered, and Time Domain NMR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360000" y="594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800" spc="-1" strike="noStrike">
                <a:solidFill>
                  <a:srgbClr val="0054a6"/>
                </a:solidFill>
                <a:latin typeface="Arial"/>
              </a:rPr>
              <a:t>Polymer Engineering &amp; Sci, Volume: 65, Issue: 10, Pages: 5109-5123, First published: 03 July 2025, DOI: (10.1002/pen.70041)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Main graphic" descr=""/>
          <p:cNvPicPr/>
          <p:nvPr/>
        </p:nvPicPr>
        <p:blipFill>
          <a:blip r:embed="rId1"/>
          <a:stretch/>
        </p:blipFill>
        <p:spPr>
          <a:xfrm>
            <a:off x="1912680" y="762120"/>
            <a:ext cx="5369040" cy="380988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