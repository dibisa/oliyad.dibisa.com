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3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366C-50D2-FF79-B469-B7BB84ED7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65E39-EFF9-D258-8002-A8710D56C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9D627-1DC3-963B-56B6-433FFB9D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F3EA2-54A7-1086-E16C-A62B61F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DD099-70C7-F16A-4F2A-90FE2689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81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A5B-13BD-97CB-D84B-8F994024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69AA-BD14-F225-6CCD-F2D89FBD1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16E61-FD22-6BE5-97B1-FEAE5AD0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63D33-474B-6C41-793E-A71AAE5F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44F4-FBF0-EF82-406E-28521F76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5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850F-FD27-851C-6A29-BD25631A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4B7E6-8E07-B315-E7C9-601C5F1DA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FDD78-47D6-CF7F-5346-BC80FB45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AF580-0CD4-01D6-5589-FE87DF16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83170-A213-34A7-C0E1-836496D6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6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5A9D4-5DF8-42A1-92F3-54BF4A0C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0F2C-2206-16C8-AF2C-90CD942BE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E6B21-422F-D361-44B4-E2C263FD1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91348-3DD1-1B61-A1B5-D6079854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CF08E-F0D6-0D39-A300-020F6004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CB89A-0FBD-1016-68DC-9D1C0820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1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BC4E-65C7-72A2-E3DC-A262DE5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768D9-317E-C970-F639-EE0E858F9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F0D3E-0AE8-B44A-D60E-1C79208E2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0221B6-E53A-92BB-5BA8-71B6F4691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3B7DB-E518-0BEB-9039-AA4580339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08E98-835A-852B-F925-92792457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7B118-B330-750F-1554-B197BF6D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BF5A30-8597-E44B-7926-B7F284AD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5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B384-EBC9-C952-6B30-7EE5AEEE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0C8DA-24DA-E4C7-7386-9CF102BF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4CAD6-5441-D989-E94F-13C8E2CC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23917-3C93-637F-0184-55569C645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4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0E070-CFF6-BF0B-0D38-2E6B3B70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E5067-F9DB-48A6-1677-B69E5964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43126-8D5E-73A6-C601-98296F78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60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0B81-4B99-F4E0-508C-E1B2801D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11EC-E51B-972E-F934-4B379462E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45A7F-CF3D-A65B-8384-8F54378CC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CC396-F296-FEB5-BF2C-759265C0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BECA1-95C3-CCD9-3144-327C4498C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E2893-7D09-168A-5C34-BD73C178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C595-3C36-F1FB-9658-B7DA5BE2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9EC7AB-6D76-7671-4E82-C6D187C1A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1ECF7-37F0-501B-9A57-B541F7C87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974CA-6BF9-8D28-7342-C5C78B47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23402-476E-C2BB-4C2A-3E4F27BF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1FA3-7892-4BBE-308E-69EDD036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1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562DD-E835-5B1F-5B8D-71EDCD44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D2997-7CF8-3A51-F468-1048C271C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D626B-D32B-6A79-DE8E-DBEEBFB9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D573-B623-B83A-E749-D7C9DA6D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3FC6A-4FD7-C2B0-0EAC-8738D6E7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DFF646-38D2-CDD5-8399-21AEB24DC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964A5-4808-A454-0E69-BD3A75E8B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F0AC-AC5B-202C-FE68-52115663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7421B-23AD-A71E-9940-3371E2D4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73301-9775-1A84-688F-97F74996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6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4E8BA5-2D60-BD78-0F15-D365AD21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E4F1F-41F4-31E2-0D29-578331616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27860-1A30-1E85-67AE-BFB0CF2FF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D7E7F3-7177-4F56-B921-11927F84163E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8B6BA-F9D8-7BC6-AE53-12560F844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25CC2-E811-729F-51AF-58F5D6CE2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FED66-5DAE-4780-AE3B-B31F8AB59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5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scientific experiment&#10;&#10;AI-generated content may be incorrect.">
            <a:extLst>
              <a:ext uri="{FF2B5EF4-FFF2-40B4-BE49-F238E27FC236}">
                <a16:creationId xmlns:a16="http://schemas.microsoft.com/office/drawing/2014/main" id="{F2D2BF0E-8061-6D79-2C9C-5C7325BE6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666" y="643466"/>
            <a:ext cx="79586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15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Oliyad DIBISA</dc:creator>
  <cp:lastModifiedBy>Oliyad DIBISA</cp:lastModifiedBy>
  <cp:revision>1</cp:revision>
  <dcterms:created xsi:type="dcterms:W3CDTF">2026-01-26T00:45:00Z</dcterms:created>
  <dcterms:modified xsi:type="dcterms:W3CDTF">2026-01-26T00:46:11Z</dcterms:modified>
</cp:coreProperties>
</file>