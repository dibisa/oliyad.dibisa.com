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jpeg" ContentType="image/jpe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50639238-5C0D-4241-A850-967797E09733}"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8499960"/>
          </a:xfrm>
          <a:prstGeom prst="rect">
            <a:avLst/>
          </a:prstGeom>
        </p:spPr>
        <p:txBody>
          <a:bodyPr lIns="0" rIns="0" tIns="0" bIns="0"/>
          <a:p>
            <a:r>
              <a:rPr b="0" lang="en-US" sz="2000" spc="-1" strike="noStrike">
                <a:latin typeface="Arial"/>
              </a:rPr>
              <a:t>(A) Preservation of NRL using eco‐friendly additives, ethoxylated tridecyl alcohol, and hydrofluoric acid. (B) Size distribution of latex particles. (C) Structural characterization of the repeating unit cis 1,4‐polyisoprene using solution state 2D NMR. (D) Prediction of latex's critical volume fraction (ϕc), illustrating transitions between dilute, concentrated, and solid phases. (E) Viscosity measurements were performed on nine specimens, with error bars indicating standard deviation. (F) Further validation of the critical volume fraction using shear‐thinning indices derived from the Cross model as a function of volume fraction.</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Ammonia‐free natural rubber latex photo‐resin for sustainable 3D printing of highly stretchable and tough elastomers</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SPE Polymers, Volume: 6, Issue: 2, First published: 14 April 2025, DOI: (10.1002/pls2.70011)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1422360" y="873720"/>
            <a:ext cx="6350040" cy="358668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