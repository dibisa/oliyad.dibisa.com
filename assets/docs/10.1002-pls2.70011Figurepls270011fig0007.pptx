
<file path=[Content_Types].xml><?xml version="1.0" encoding="utf-8"?>
<Types xmlns="http://schemas.openxmlformats.org/package/2006/content-types">
  <Override PartName="/_rels/.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_rels/presentation.xml.rels" ContentType="application/vnd.openxmlformats-package.relationships+xml"/>
  <Override PartName="/ppt/media/image1.jpeg" ContentType="image/jpeg"/>
  <Override PartName="/ppt/slides/_rels/slide1.xml.rels" ContentType="application/vnd.openxmlformats-package.relationships+xml"/>
  <Override PartName="/ppt/slides/slide1.xml" ContentType="application/vnd.openxmlformats-officedocument.presentationml.slide+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8.xml.rels" ContentType="application/vnd.openxmlformats-package.relationships+xml"/>
  <Override PartName="/ppt/slideLayouts/_rels/slideLayout2.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slideMasters/_rels/slideMaster1.xml.rels" ContentType="application/vnd.openxmlformats-package.relationships+xml"/>
  <Override PartName="/ppt/slideMasters/slideMaster1.xml" ContentType="application/vnd.openxmlformats-officedocument.presentationml.slideMaster+xml"/>
  <Override PartName="/ppt/notesMasters/_rels/notesMaster1.xml.rels" ContentType="application/vnd.openxmlformats-package.relationships+xml"/>
  <Override PartName="/ppt/notesMasters/notesMaster1.xml" ContentType="application/vnd.openxmlformats-officedocument.presentationml.notesMaster+xml"/>
  <Override PartName="/ppt/presentation.xml" ContentType="application/vnd.openxmlformats-officedocument.presentationml.presentation.main+xml"/>
  <Override PartName="/docProps/app.xml" ContentType="application/vnd.openxmlformats-officedocument.extended-properties+xml"/>
  <Override PartName="/docProps/core.xml" ContentType="application/vnd.openxmlformats-package.core-propertie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Lst>
  <p:sldSz cx="9144000" cy="6858000"/>
  <p:notesSz cx="7772400" cy="100584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533520" y="764280"/>
            <a:ext cx="6704640" cy="3771360"/>
          </a:xfrm>
          <a:prstGeom prst="rect">
            <a:avLst/>
          </a:prstGeom>
        </p:spPr>
        <p:txBody>
          <a:bodyPr lIns="0" rIns="0" tIns="0" bIns="0" anchor="ctr"/>
          <a:p>
            <a:pPr algn="ctr"/>
            <a:r>
              <a:rPr b="0" lang="en-US" sz="4400" spc="-1" strike="noStrike">
                <a:latin typeface="Arial"/>
              </a:rPr>
              <a:t>Click to move the slide</a:t>
            </a:r>
            <a:endParaRPr b="0" lang="en-US" sz="4400" spc="-1" strike="noStrike">
              <a:latin typeface="Arial"/>
            </a:endParaRPr>
          </a:p>
        </p:txBody>
      </p:sp>
      <p:sp>
        <p:nvSpPr>
          <p:cNvPr id="39" name="PlaceHolder 2"/>
          <p:cNvSpPr>
            <a:spLocks noGrp="1"/>
          </p:cNvSpPr>
          <p:nvPr>
            <p:ph type="body"/>
          </p:nvPr>
        </p:nvSpPr>
        <p:spPr>
          <a:xfrm>
            <a:off x="777240" y="4777560"/>
            <a:ext cx="6217560" cy="4525920"/>
          </a:xfrm>
          <a:prstGeom prst="rect">
            <a:avLst/>
          </a:prstGeom>
        </p:spPr>
        <p:txBody>
          <a:bodyPr lIns="0" rIns="0" tIns="0" bIns="0"/>
          <a:p>
            <a:r>
              <a:rPr b="0" lang="en-US" sz="2000" spc="-1" strike="noStrike">
                <a:latin typeface="Arial"/>
              </a:rPr>
              <a:t>Click to edit the notes format</a:t>
            </a:r>
            <a:endParaRPr b="0" lang="en-US" sz="2000" spc="-1" strike="noStrike">
              <a:latin typeface="Arial"/>
            </a:endParaRPr>
          </a:p>
        </p:txBody>
      </p:sp>
      <p:sp>
        <p:nvSpPr>
          <p:cNvPr id="40" name="PlaceHolder 3"/>
          <p:cNvSpPr>
            <a:spLocks noGrp="1"/>
          </p:cNvSpPr>
          <p:nvPr>
            <p:ph type="hdr"/>
          </p:nvPr>
        </p:nvSpPr>
        <p:spPr>
          <a:xfrm>
            <a:off x="0" y="0"/>
            <a:ext cx="3372840" cy="502560"/>
          </a:xfrm>
          <a:prstGeom prst="rect">
            <a:avLst/>
          </a:prstGeom>
        </p:spPr>
        <p:txBody>
          <a:bodyPr lIns="0" rIns="0" tIns="0" bIns="0"/>
          <a:p>
            <a:r>
              <a:rPr b="0" lang="en-US" sz="1400" spc="-1" strike="noStrike">
                <a:solidFill>
                  <a:srgbClr val="303d22"/>
                </a:solidFill>
                <a:latin typeface="Arial"/>
              </a:rPr>
              <a:t>&lt;header&gt;</a:t>
            </a:r>
            <a:endParaRPr b="0" lang="en-US" sz="1400" spc="-1" strike="noStrike">
              <a:solidFill>
                <a:srgbClr val="303d22"/>
              </a:solidFill>
              <a:latin typeface="Arial"/>
            </a:endParaRPr>
          </a:p>
        </p:txBody>
      </p:sp>
      <p:sp>
        <p:nvSpPr>
          <p:cNvPr id="41" name="PlaceHolder 4"/>
          <p:cNvSpPr>
            <a:spLocks noGrp="1"/>
          </p:cNvSpPr>
          <p:nvPr>
            <p:ph type="dt"/>
          </p:nvPr>
        </p:nvSpPr>
        <p:spPr>
          <a:xfrm>
            <a:off x="4399200" y="0"/>
            <a:ext cx="3372840" cy="502560"/>
          </a:xfrm>
          <a:prstGeom prst="rect">
            <a:avLst/>
          </a:prstGeom>
        </p:spPr>
        <p:txBody>
          <a:bodyPr lIns="0" rIns="0" tIns="0" bIns="0"/>
          <a:p>
            <a:pPr algn="r"/>
            <a:r>
              <a:rPr b="0" lang="en-US" sz="1400" spc="-1" strike="noStrike">
                <a:solidFill>
                  <a:srgbClr val="303d22"/>
                </a:solidFill>
                <a:latin typeface="Arial"/>
              </a:rPr>
              <a:t>&lt;date/time&gt;</a:t>
            </a:r>
            <a:endParaRPr b="0" lang="en-US" sz="1400" spc="-1" strike="noStrike">
              <a:solidFill>
                <a:srgbClr val="303d22"/>
              </a:solidFill>
              <a:latin typeface="Arial"/>
            </a:endParaRPr>
          </a:p>
        </p:txBody>
      </p:sp>
      <p:sp>
        <p:nvSpPr>
          <p:cNvPr id="42" name="PlaceHolder 5"/>
          <p:cNvSpPr>
            <a:spLocks noGrp="1"/>
          </p:cNvSpPr>
          <p:nvPr>
            <p:ph type="ftr"/>
          </p:nvPr>
        </p:nvSpPr>
        <p:spPr>
          <a:xfrm>
            <a:off x="0" y="9555480"/>
            <a:ext cx="3372840" cy="502560"/>
          </a:xfrm>
          <a:prstGeom prst="rect">
            <a:avLst/>
          </a:prstGeom>
        </p:spPr>
        <p:txBody>
          <a:bodyPr lIns="0" rIns="0" tIns="0" bIns="0" anchor="b"/>
          <a:p>
            <a:r>
              <a:rPr b="0" lang="en-US" sz="1400" spc="-1" strike="noStrike">
                <a:solidFill>
                  <a:srgbClr val="303d22"/>
                </a:solidFill>
                <a:latin typeface="Arial"/>
              </a:rPr>
              <a:t>&lt;footer&gt;</a:t>
            </a:r>
            <a:endParaRPr b="0" lang="en-US" sz="1400" spc="-1" strike="noStrike">
              <a:solidFill>
                <a:srgbClr val="303d22"/>
              </a:solidFill>
              <a:latin typeface="Arial"/>
            </a:endParaRPr>
          </a:p>
        </p:txBody>
      </p:sp>
      <p:sp>
        <p:nvSpPr>
          <p:cNvPr id="43" name="PlaceHolder 6"/>
          <p:cNvSpPr>
            <a:spLocks noGrp="1"/>
          </p:cNvSpPr>
          <p:nvPr>
            <p:ph type="sldNum"/>
          </p:nvPr>
        </p:nvSpPr>
        <p:spPr>
          <a:xfrm>
            <a:off x="4399200" y="9555480"/>
            <a:ext cx="3372840" cy="502560"/>
          </a:xfrm>
          <a:prstGeom prst="rect">
            <a:avLst/>
          </a:prstGeom>
        </p:spPr>
        <p:txBody>
          <a:bodyPr lIns="0" rIns="0" tIns="0" bIns="0" anchor="b"/>
          <a:p>
            <a:pPr algn="r"/>
            <a:fld id="{310C1E5E-72AB-4738-90A8-E9D66287F65E}" type="slidenum">
              <a:rPr b="0" lang="en-US" sz="1400" spc="-1" strike="noStrike">
                <a:solidFill>
                  <a:srgbClr val="303d22"/>
                </a:solidFill>
                <a:latin typeface="Arial"/>
              </a:rPr>
              <a:t>&lt;number&gt;</a:t>
            </a:fld>
            <a:endParaRPr b="0" lang="en-US" sz="1400" spc="-1" strike="noStrike">
              <a:solidFill>
                <a:srgbClr val="303d22"/>
              </a:solidFill>
              <a:latin typeface="Arial"/>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PlaceHolder 1"/>
          <p:cNvSpPr>
            <a:spLocks noGrp="1"/>
          </p:cNvSpPr>
          <p:nvPr>
            <p:ph type="sldImg"/>
          </p:nvPr>
        </p:nvSpPr>
        <p:spPr>
          <a:xfrm>
            <a:off x="1587960" y="1005840"/>
            <a:ext cx="4596480" cy="3447360"/>
          </a:xfrm>
          <a:prstGeom prst="rect">
            <a:avLst/>
          </a:prstGeom>
        </p:spPr>
      </p:sp>
      <p:sp>
        <p:nvSpPr>
          <p:cNvPr id="48" name="PlaceHolder 2"/>
          <p:cNvSpPr>
            <a:spLocks noGrp="1"/>
          </p:cNvSpPr>
          <p:nvPr>
            <p:ph type="body"/>
          </p:nvPr>
        </p:nvSpPr>
        <p:spPr>
          <a:xfrm>
            <a:off x="1185120" y="4787640"/>
            <a:ext cx="5407560" cy="9633240"/>
          </a:xfrm>
          <a:prstGeom prst="rect">
            <a:avLst/>
          </a:prstGeom>
        </p:spPr>
        <p:txBody>
          <a:bodyPr lIns="0" rIns="0" tIns="0" bIns="0"/>
          <a:p>
            <a:r>
              <a:rPr b="0" lang="en-US" sz="2000" spc="-1" strike="noStrike">
                <a:latin typeface="Arial"/>
              </a:rPr>
              <a:t>(A) Stress–strain curves for UV‐cured samples at 18 and 35 mW/cm2; each sample was tested in triplicate, and the standard deviation is reported (B‐C) Bar charts comparing tensile strength, elongation at break, and modulus for samples cured at different intensities. (d) Dynamic Mechanical Analysis (DMA) stress relaxation measurements for UV‐cured and dried samples. (E) Relaxation modulus analysis, 35 mW/cm2 samples retain more stress over time, with behaviors described by a power function. (F) Radar plot comparing key mechanical properties (Young's modulus, tear resistance, abrasion resistance, hardness, and elongation at break) between the crosslinked NRL and commercially available elastomeric inks, including EPU 40, Elastic 50A Resin V2, and Ultracur3D EL 60.</a:t>
            </a:r>
            <a:endParaRPr b="0" lang="en-US" sz="2000" spc="-1" strike="noStrike">
              <a:latin typeface="Arial"/>
            </a:endParaRPr>
          </a:p>
          <a:p>
            <a:r>
              <a:rPr b="0" lang="en-US" sz="2000" spc="-1" strike="noStrike">
                <a:latin typeface="Arial"/>
              </a:rPr>
              <a:t>IF THIS IMAGE HAS BEEN PROVIDED BY OR IS OWNED BY A THIRD PARTY, AS INDICATED IN THE CAPTION LINE, THEN FURTHER PERMISSION MAY BE NEEDED BEFORE ANY FURTHER USE. PLEASE CONTACT WILEY'S PERMISSIONS DEPARTMENT ON PERMISSIONS@WILEY.COM OR USE THE RIGHTSLINK SERVICE BY CLICKING ON THE 'REQUEST PERMISSIONS' LINK ACCOMPANYING THIS ARTICLE. WILEY OR AUTHOR OWNED IMAGES MAY BE USED FOR NON-COMMERCIAL PURPOSES, SUBJECT TO PROPER CITATION OF THE ARTICLE, AUTHOR, AND PUBLISHER. </a:t>
            </a:r>
            <a:endParaRPr b="0" lang="en-US" sz="2000" spc="-1" strike="noStrike">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3" name="PlaceHolder 2"/>
          <p:cNvSpPr>
            <a:spLocks noGrp="1"/>
          </p:cNvSpPr>
          <p:nvPr>
            <p:ph type="subTitle"/>
          </p:nvPr>
        </p:nvSpPr>
        <p:spPr>
          <a:xfrm>
            <a:off x="457200" y="1604520"/>
            <a:ext cx="8229240" cy="3977280"/>
          </a:xfrm>
          <a:prstGeom prst="rect">
            <a:avLst/>
          </a:prstGeom>
        </p:spPr>
        <p:txBody>
          <a:bodyPr lIns="0" rIns="0" tIns="0" bIns="0" anchor="ct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5" name="PlaceHolder 2"/>
          <p:cNvSpPr>
            <a:spLocks noGrp="1"/>
          </p:cNvSpPr>
          <p:nvPr>
            <p:ph type="body"/>
          </p:nvPr>
        </p:nvSpPr>
        <p:spPr>
          <a:xfrm>
            <a:off x="457200" y="1604520"/>
            <a:ext cx="82292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7" name="PlaceHolder 2"/>
          <p:cNvSpPr>
            <a:spLocks noGrp="1"/>
          </p:cNvSpPr>
          <p:nvPr>
            <p:ph type="body"/>
          </p:nvPr>
        </p:nvSpPr>
        <p:spPr>
          <a:xfrm>
            <a:off x="457200" y="1604520"/>
            <a:ext cx="4015800" cy="3977280"/>
          </a:xfrm>
          <a:prstGeom prst="rect">
            <a:avLst/>
          </a:prstGeom>
        </p:spPr>
        <p:txBody>
          <a:bodyPr lIns="0" rIns="0" tIns="0" bIns="0">
            <a:normAutofit/>
          </a:bodyPr>
          <a:p>
            <a:endParaRPr b="0" lang="en-US" sz="3200" spc="-1" strike="noStrike">
              <a:latin typeface="Arial"/>
            </a:endParaRPr>
          </a:p>
        </p:txBody>
      </p:sp>
      <p:sp>
        <p:nvSpPr>
          <p:cNvPr id="8" name="PlaceHolder 3"/>
          <p:cNvSpPr>
            <a:spLocks noGrp="1"/>
          </p:cNvSpPr>
          <p:nvPr>
            <p:ph type="body"/>
          </p:nvPr>
        </p:nvSpPr>
        <p:spPr>
          <a:xfrm>
            <a:off x="4674240" y="1604520"/>
            <a:ext cx="401580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73600"/>
            <a:ext cx="8229240" cy="5307840"/>
          </a:xfrm>
          <a:prstGeom prst="rect">
            <a:avLst/>
          </a:prstGeom>
        </p:spPr>
        <p:txBody>
          <a:bodyPr lIns="0" rIns="0" tIns="0" bIns="0" anchor="ct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12" name="PlaceHolder 2"/>
          <p:cNvSpPr>
            <a:spLocks noGrp="1"/>
          </p:cNvSpPr>
          <p:nvPr>
            <p:ph type="body"/>
          </p:nvPr>
        </p:nvSpPr>
        <p:spPr>
          <a:xfrm>
            <a:off x="457200" y="1604520"/>
            <a:ext cx="4015800" cy="1896840"/>
          </a:xfrm>
          <a:prstGeom prst="rect">
            <a:avLst/>
          </a:prstGeom>
        </p:spPr>
        <p:txBody>
          <a:bodyPr lIns="0" rIns="0" tIns="0" bIns="0">
            <a:normAutofit/>
          </a:bodyPr>
          <a:p>
            <a:endParaRPr b="0" lang="en-US" sz="3200" spc="-1" strike="noStrike">
              <a:latin typeface="Arial"/>
            </a:endParaRPr>
          </a:p>
        </p:txBody>
      </p:sp>
      <p:sp>
        <p:nvSpPr>
          <p:cNvPr id="13" name="PlaceHolder 3"/>
          <p:cNvSpPr>
            <a:spLocks noGrp="1"/>
          </p:cNvSpPr>
          <p:nvPr>
            <p:ph type="body"/>
          </p:nvPr>
        </p:nvSpPr>
        <p:spPr>
          <a:xfrm>
            <a:off x="4674240" y="1604520"/>
            <a:ext cx="4015800" cy="3977280"/>
          </a:xfrm>
          <a:prstGeom prst="rect">
            <a:avLst/>
          </a:prstGeom>
        </p:spPr>
        <p:txBody>
          <a:bodyPr lIns="0" rIns="0" tIns="0" bIns="0">
            <a:normAutofit/>
          </a:bodyPr>
          <a:p>
            <a:endParaRPr b="0" lang="en-US" sz="3200" spc="-1" strike="noStrike">
              <a:latin typeface="Arial"/>
            </a:endParaRPr>
          </a:p>
        </p:txBody>
      </p:sp>
      <p:sp>
        <p:nvSpPr>
          <p:cNvPr id="14" name="PlaceHolder 4"/>
          <p:cNvSpPr>
            <a:spLocks noGrp="1"/>
          </p:cNvSpPr>
          <p:nvPr>
            <p:ph type="body"/>
          </p:nvPr>
        </p:nvSpPr>
        <p:spPr>
          <a:xfrm>
            <a:off x="457200" y="3682080"/>
            <a:ext cx="401580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16" name="PlaceHolder 2"/>
          <p:cNvSpPr>
            <a:spLocks noGrp="1"/>
          </p:cNvSpPr>
          <p:nvPr>
            <p:ph type="body"/>
          </p:nvPr>
        </p:nvSpPr>
        <p:spPr>
          <a:xfrm>
            <a:off x="457200" y="1604520"/>
            <a:ext cx="4015800" cy="3977280"/>
          </a:xfrm>
          <a:prstGeom prst="rect">
            <a:avLst/>
          </a:prstGeom>
        </p:spPr>
        <p:txBody>
          <a:bodyPr lIns="0" rIns="0" tIns="0" bIns="0">
            <a:normAutofit/>
          </a:bodyPr>
          <a:p>
            <a:endParaRPr b="0" lang="en-US" sz="3200" spc="-1" strike="noStrike">
              <a:latin typeface="Arial"/>
            </a:endParaRPr>
          </a:p>
        </p:txBody>
      </p:sp>
      <p:sp>
        <p:nvSpPr>
          <p:cNvPr id="17" name="PlaceHolder 3"/>
          <p:cNvSpPr>
            <a:spLocks noGrp="1"/>
          </p:cNvSpPr>
          <p:nvPr>
            <p:ph type="body"/>
          </p:nvPr>
        </p:nvSpPr>
        <p:spPr>
          <a:xfrm>
            <a:off x="4674240" y="1604520"/>
            <a:ext cx="4015800" cy="1896840"/>
          </a:xfrm>
          <a:prstGeom prst="rect">
            <a:avLst/>
          </a:prstGeom>
        </p:spPr>
        <p:txBody>
          <a:bodyPr lIns="0" rIns="0" tIns="0" bIns="0">
            <a:normAutofit/>
          </a:bodyPr>
          <a:p>
            <a:endParaRPr b="0" lang="en-US" sz="3200" spc="-1" strike="noStrike">
              <a:latin typeface="Arial"/>
            </a:endParaRPr>
          </a:p>
        </p:txBody>
      </p:sp>
      <p:sp>
        <p:nvSpPr>
          <p:cNvPr id="18" name="PlaceHolder 4"/>
          <p:cNvSpPr>
            <a:spLocks noGrp="1"/>
          </p:cNvSpPr>
          <p:nvPr>
            <p:ph type="body"/>
          </p:nvPr>
        </p:nvSpPr>
        <p:spPr>
          <a:xfrm>
            <a:off x="4674240" y="3682080"/>
            <a:ext cx="401580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20" name="PlaceHolder 2"/>
          <p:cNvSpPr>
            <a:spLocks noGrp="1"/>
          </p:cNvSpPr>
          <p:nvPr>
            <p:ph type="body"/>
          </p:nvPr>
        </p:nvSpPr>
        <p:spPr>
          <a:xfrm>
            <a:off x="457200" y="1604520"/>
            <a:ext cx="4015800" cy="1896840"/>
          </a:xfrm>
          <a:prstGeom prst="rect">
            <a:avLst/>
          </a:prstGeom>
        </p:spPr>
        <p:txBody>
          <a:bodyPr lIns="0" rIns="0" tIns="0" bIns="0">
            <a:normAutofit/>
          </a:bodyPr>
          <a:p>
            <a:endParaRPr b="0" lang="en-US" sz="3200" spc="-1" strike="noStrike">
              <a:latin typeface="Arial"/>
            </a:endParaRPr>
          </a:p>
        </p:txBody>
      </p:sp>
      <p:sp>
        <p:nvSpPr>
          <p:cNvPr id="21" name="PlaceHolder 3"/>
          <p:cNvSpPr>
            <a:spLocks noGrp="1"/>
          </p:cNvSpPr>
          <p:nvPr>
            <p:ph type="body"/>
          </p:nvPr>
        </p:nvSpPr>
        <p:spPr>
          <a:xfrm>
            <a:off x="4674240" y="1604520"/>
            <a:ext cx="4015800" cy="1896840"/>
          </a:xfrm>
          <a:prstGeom prst="rect">
            <a:avLst/>
          </a:prstGeom>
        </p:spPr>
        <p:txBody>
          <a:bodyPr lIns="0" rIns="0" tIns="0" bIns="0">
            <a:normAutofit/>
          </a:bodyPr>
          <a:p>
            <a:endParaRPr b="0" lang="en-US" sz="3200" spc="-1" strike="noStrike">
              <a:latin typeface="Arial"/>
            </a:endParaRPr>
          </a:p>
        </p:txBody>
      </p:sp>
      <p:sp>
        <p:nvSpPr>
          <p:cNvPr id="22" name="PlaceHolder 4"/>
          <p:cNvSpPr>
            <a:spLocks noGrp="1"/>
          </p:cNvSpPr>
          <p:nvPr>
            <p:ph type="body"/>
          </p:nvPr>
        </p:nvSpPr>
        <p:spPr>
          <a:xfrm>
            <a:off x="457200" y="3682080"/>
            <a:ext cx="82292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24" name="PlaceHolder 2"/>
          <p:cNvSpPr>
            <a:spLocks noGrp="1"/>
          </p:cNvSpPr>
          <p:nvPr>
            <p:ph type="body"/>
          </p:nvPr>
        </p:nvSpPr>
        <p:spPr>
          <a:xfrm>
            <a:off x="457200" y="1604520"/>
            <a:ext cx="8229240" cy="1896840"/>
          </a:xfrm>
          <a:prstGeom prst="rect">
            <a:avLst/>
          </a:prstGeom>
        </p:spPr>
        <p:txBody>
          <a:bodyPr lIns="0" rIns="0" tIns="0" bIns="0">
            <a:normAutofit/>
          </a:bodyPr>
          <a:p>
            <a:endParaRPr b="0" lang="en-US" sz="3200" spc="-1" strike="noStrike">
              <a:latin typeface="Arial"/>
            </a:endParaRPr>
          </a:p>
        </p:txBody>
      </p:sp>
      <p:sp>
        <p:nvSpPr>
          <p:cNvPr id="25" name="PlaceHolder 3"/>
          <p:cNvSpPr>
            <a:spLocks noGrp="1"/>
          </p:cNvSpPr>
          <p:nvPr>
            <p:ph type="body"/>
          </p:nvPr>
        </p:nvSpPr>
        <p:spPr>
          <a:xfrm>
            <a:off x="457200" y="3682080"/>
            <a:ext cx="82292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27" name="PlaceHolder 2"/>
          <p:cNvSpPr>
            <a:spLocks noGrp="1"/>
          </p:cNvSpPr>
          <p:nvPr>
            <p:ph type="body"/>
          </p:nvPr>
        </p:nvSpPr>
        <p:spPr>
          <a:xfrm>
            <a:off x="457200" y="1604520"/>
            <a:ext cx="4015800" cy="1896840"/>
          </a:xfrm>
          <a:prstGeom prst="rect">
            <a:avLst/>
          </a:prstGeom>
        </p:spPr>
        <p:txBody>
          <a:bodyPr lIns="0" rIns="0" tIns="0" bIns="0">
            <a:normAutofit/>
          </a:bodyPr>
          <a:p>
            <a:endParaRPr b="0" lang="en-US" sz="3200" spc="-1" strike="noStrike">
              <a:latin typeface="Arial"/>
            </a:endParaRPr>
          </a:p>
        </p:txBody>
      </p:sp>
      <p:sp>
        <p:nvSpPr>
          <p:cNvPr id="28" name="PlaceHolder 3"/>
          <p:cNvSpPr>
            <a:spLocks noGrp="1"/>
          </p:cNvSpPr>
          <p:nvPr>
            <p:ph type="body"/>
          </p:nvPr>
        </p:nvSpPr>
        <p:spPr>
          <a:xfrm>
            <a:off x="4674240" y="1604520"/>
            <a:ext cx="4015800" cy="1896840"/>
          </a:xfrm>
          <a:prstGeom prst="rect">
            <a:avLst/>
          </a:prstGeom>
        </p:spPr>
        <p:txBody>
          <a:bodyPr lIns="0" rIns="0" tIns="0" bIns="0">
            <a:normAutofit/>
          </a:bodyPr>
          <a:p>
            <a:endParaRPr b="0" lang="en-US" sz="3200" spc="-1" strike="noStrike">
              <a:latin typeface="Arial"/>
            </a:endParaRPr>
          </a:p>
        </p:txBody>
      </p:sp>
      <p:sp>
        <p:nvSpPr>
          <p:cNvPr id="29" name="PlaceHolder 4"/>
          <p:cNvSpPr>
            <a:spLocks noGrp="1"/>
          </p:cNvSpPr>
          <p:nvPr>
            <p:ph type="body"/>
          </p:nvPr>
        </p:nvSpPr>
        <p:spPr>
          <a:xfrm>
            <a:off x="457200" y="3682080"/>
            <a:ext cx="4015800" cy="1896840"/>
          </a:xfrm>
          <a:prstGeom prst="rect">
            <a:avLst/>
          </a:prstGeom>
        </p:spPr>
        <p:txBody>
          <a:bodyPr lIns="0" rIns="0" tIns="0" bIns="0">
            <a:normAutofit/>
          </a:bodyPr>
          <a:p>
            <a:endParaRPr b="0" lang="en-US" sz="3200" spc="-1" strike="noStrike">
              <a:latin typeface="Arial"/>
            </a:endParaRPr>
          </a:p>
        </p:txBody>
      </p:sp>
      <p:sp>
        <p:nvSpPr>
          <p:cNvPr id="30" name="PlaceHolder 5"/>
          <p:cNvSpPr>
            <a:spLocks noGrp="1"/>
          </p:cNvSpPr>
          <p:nvPr>
            <p:ph type="body"/>
          </p:nvPr>
        </p:nvSpPr>
        <p:spPr>
          <a:xfrm>
            <a:off x="4674240" y="3682080"/>
            <a:ext cx="401580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3600"/>
            <a:ext cx="8229240" cy="1144800"/>
          </a:xfrm>
          <a:prstGeom prst="rect">
            <a:avLst/>
          </a:prstGeom>
        </p:spPr>
        <p:txBody>
          <a:bodyPr lIns="0" rIns="0" tIns="0" bIns="0" anchor="ctr"/>
          <a:p>
            <a:pPr algn="ctr"/>
            <a:endParaRPr b="0" lang="en-US" sz="4400" spc="-1" strike="noStrike">
              <a:latin typeface="Arial"/>
            </a:endParaRPr>
          </a:p>
        </p:txBody>
      </p:sp>
      <p:sp>
        <p:nvSpPr>
          <p:cNvPr id="32" name="PlaceHolder 2"/>
          <p:cNvSpPr>
            <a:spLocks noGrp="1"/>
          </p:cNvSpPr>
          <p:nvPr>
            <p:ph type="body"/>
          </p:nvPr>
        </p:nvSpPr>
        <p:spPr>
          <a:xfrm>
            <a:off x="457200" y="1604520"/>
            <a:ext cx="2649600" cy="1896840"/>
          </a:xfrm>
          <a:prstGeom prst="rect">
            <a:avLst/>
          </a:prstGeom>
        </p:spPr>
        <p:txBody>
          <a:bodyPr lIns="0" rIns="0" tIns="0" bIns="0">
            <a:normAutofit/>
          </a:bodyPr>
          <a:p>
            <a:endParaRPr b="0" lang="en-US" sz="3200" spc="-1" strike="noStrike">
              <a:latin typeface="Arial"/>
            </a:endParaRPr>
          </a:p>
        </p:txBody>
      </p:sp>
      <p:sp>
        <p:nvSpPr>
          <p:cNvPr id="33" name="PlaceHolder 3"/>
          <p:cNvSpPr>
            <a:spLocks noGrp="1"/>
          </p:cNvSpPr>
          <p:nvPr>
            <p:ph type="body"/>
          </p:nvPr>
        </p:nvSpPr>
        <p:spPr>
          <a:xfrm>
            <a:off x="3239640" y="1604520"/>
            <a:ext cx="2649600" cy="1896840"/>
          </a:xfrm>
          <a:prstGeom prst="rect">
            <a:avLst/>
          </a:prstGeom>
        </p:spPr>
        <p:txBody>
          <a:bodyPr lIns="0" rIns="0" tIns="0" bIns="0">
            <a:normAutofit/>
          </a:bodyPr>
          <a:p>
            <a:endParaRPr b="0" lang="en-US" sz="3200" spc="-1" strike="noStrike">
              <a:latin typeface="Arial"/>
            </a:endParaRPr>
          </a:p>
        </p:txBody>
      </p:sp>
      <p:sp>
        <p:nvSpPr>
          <p:cNvPr id="34" name="PlaceHolder 4"/>
          <p:cNvSpPr>
            <a:spLocks noGrp="1"/>
          </p:cNvSpPr>
          <p:nvPr>
            <p:ph type="body"/>
          </p:nvPr>
        </p:nvSpPr>
        <p:spPr>
          <a:xfrm>
            <a:off x="6022080" y="1604520"/>
            <a:ext cx="2649600" cy="1896840"/>
          </a:xfrm>
          <a:prstGeom prst="rect">
            <a:avLst/>
          </a:prstGeom>
        </p:spPr>
        <p:txBody>
          <a:bodyPr lIns="0" rIns="0" tIns="0" bIns="0">
            <a:normAutofit/>
          </a:bodyPr>
          <a:p>
            <a:endParaRPr b="0" lang="en-US" sz="3200" spc="-1" strike="noStrike">
              <a:latin typeface="Arial"/>
            </a:endParaRPr>
          </a:p>
        </p:txBody>
      </p:sp>
      <p:sp>
        <p:nvSpPr>
          <p:cNvPr id="35" name="PlaceHolder 5"/>
          <p:cNvSpPr>
            <a:spLocks noGrp="1"/>
          </p:cNvSpPr>
          <p:nvPr>
            <p:ph type="body"/>
          </p:nvPr>
        </p:nvSpPr>
        <p:spPr>
          <a:xfrm>
            <a:off x="457200" y="3682080"/>
            <a:ext cx="2649600" cy="1896840"/>
          </a:xfrm>
          <a:prstGeom prst="rect">
            <a:avLst/>
          </a:prstGeom>
        </p:spPr>
        <p:txBody>
          <a:bodyPr lIns="0" rIns="0" tIns="0" bIns="0">
            <a:normAutofit/>
          </a:bodyPr>
          <a:p>
            <a:endParaRPr b="0" lang="en-US" sz="3200" spc="-1" strike="noStrike">
              <a:latin typeface="Arial"/>
            </a:endParaRPr>
          </a:p>
        </p:txBody>
      </p:sp>
      <p:sp>
        <p:nvSpPr>
          <p:cNvPr id="36" name="PlaceHolder 6"/>
          <p:cNvSpPr>
            <a:spLocks noGrp="1"/>
          </p:cNvSpPr>
          <p:nvPr>
            <p:ph type="body"/>
          </p:nvPr>
        </p:nvSpPr>
        <p:spPr>
          <a:xfrm>
            <a:off x="3239640" y="3682080"/>
            <a:ext cx="2649600" cy="1896840"/>
          </a:xfrm>
          <a:prstGeom prst="rect">
            <a:avLst/>
          </a:prstGeom>
        </p:spPr>
        <p:txBody>
          <a:bodyPr lIns="0" rIns="0" tIns="0" bIns="0">
            <a:normAutofit/>
          </a:bodyPr>
          <a:p>
            <a:endParaRPr b="0" lang="en-US" sz="3200" spc="-1" strike="noStrike">
              <a:latin typeface="Arial"/>
            </a:endParaRPr>
          </a:p>
        </p:txBody>
      </p:sp>
      <p:sp>
        <p:nvSpPr>
          <p:cNvPr id="37" name="PlaceHolder 7"/>
          <p:cNvSpPr>
            <a:spLocks noGrp="1"/>
          </p:cNvSpPr>
          <p:nvPr>
            <p:ph type="body"/>
          </p:nvPr>
        </p:nvSpPr>
        <p:spPr>
          <a:xfrm>
            <a:off x="6022080" y="3682080"/>
            <a:ext cx="2649600" cy="1896840"/>
          </a:xfrm>
          <a:prstGeom prst="rect">
            <a:avLst/>
          </a:prstGeom>
        </p:spPr>
        <p:txBody>
          <a:bodyPr lIns="0" rIns="0" tIns="0" bIns="0">
            <a:normAutofit/>
          </a:bodyPr>
          <a:p>
            <a:endParaRPr b="0" lang="en-U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CustomShape 1"/>
          <p:cNvSpPr/>
          <p:nvPr/>
        </p:nvSpPr>
        <p:spPr>
          <a:xfrm>
            <a:off x="0" y="0"/>
            <a:ext cx="144000" cy="6858000"/>
          </a:xfrm>
          <a:prstGeom prst="rect">
            <a:avLst/>
          </a:prstGeom>
          <a:solidFill>
            <a:srgbClr val="0054a6"/>
          </a:solidFill>
          <a:ln>
            <a:noFill/>
          </a:ln>
        </p:spPr>
        <p:style>
          <a:lnRef idx="0"/>
          <a:fillRef idx="0"/>
          <a:effectRef idx="0"/>
          <a:fontRef idx="minor"/>
        </p:style>
      </p:sp>
      <p:sp>
        <p:nvSpPr>
          <p:cNvPr id="1" name="CustomShape 2"/>
          <p:cNvSpPr/>
          <p:nvPr/>
        </p:nvSpPr>
        <p:spPr>
          <a:xfrm>
            <a:off x="0" y="0"/>
            <a:ext cx="144000" cy="1198440"/>
          </a:xfrm>
          <a:prstGeom prst="rect">
            <a:avLst/>
          </a:prstGeom>
          <a:solidFill>
            <a:srgbClr val="ffce34"/>
          </a:solidFill>
          <a:ln>
            <a:noFill/>
          </a:ln>
        </p:spPr>
        <p:style>
          <a:lnRef idx="0"/>
          <a:fillRef idx="0"/>
          <a:effectRef idx="0"/>
          <a:fontRef idx="minor"/>
        </p:style>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xml"/><Relationship Id="rId3" Type="http://schemas.openxmlformats.org/officeDocument/2006/relationships/notesSlide" Target="../notesSlides/notesSlide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TextShape 1"/>
          <p:cNvSpPr txBox="1"/>
          <p:nvPr/>
        </p:nvSpPr>
        <p:spPr>
          <a:xfrm>
            <a:off x="1260000" y="152280"/>
            <a:ext cx="7200000" cy="451800"/>
          </a:xfrm>
          <a:prstGeom prst="rect">
            <a:avLst/>
          </a:prstGeom>
          <a:noFill/>
          <a:ln>
            <a:noFill/>
          </a:ln>
        </p:spPr>
        <p:txBody>
          <a:bodyPr lIns="90000" rIns="90000" tIns="46800" bIns="46800"/>
          <a:p>
            <a:r>
              <a:rPr b="0" lang="en-US" sz="1100" spc="-1" strike="noStrike">
                <a:solidFill>
                  <a:srgbClr val="000000"/>
                </a:solidFill>
                <a:latin typeface="Arial"/>
              </a:rPr>
              <a:t>Ammonia‐free natural rubber latex photo‐resin for sustainable 3D printing of highly stretchable and tough elastomers</a:t>
            </a:r>
            <a:endParaRPr b="0" lang="en-US" sz="1100" spc="-1" strike="noStrike">
              <a:solidFill>
                <a:srgbClr val="000000"/>
              </a:solidFill>
              <a:latin typeface="Arial"/>
            </a:endParaRPr>
          </a:p>
        </p:txBody>
      </p:sp>
      <p:sp>
        <p:nvSpPr>
          <p:cNvPr id="45" name="TextShape 2"/>
          <p:cNvSpPr txBox="1"/>
          <p:nvPr/>
        </p:nvSpPr>
        <p:spPr>
          <a:xfrm>
            <a:off x="360000" y="5940000"/>
            <a:ext cx="8640000" cy="451800"/>
          </a:xfrm>
          <a:prstGeom prst="rect">
            <a:avLst/>
          </a:prstGeom>
          <a:noFill/>
          <a:ln>
            <a:noFill/>
          </a:ln>
        </p:spPr>
        <p:txBody>
          <a:bodyPr lIns="90000" rIns="90000" tIns="45000" bIns="45000"/>
          <a:p>
            <a:r>
              <a:rPr b="1" lang="en-US" sz="800" spc="-1" strike="noStrike">
                <a:solidFill>
                  <a:srgbClr val="0054a6"/>
                </a:solidFill>
                <a:latin typeface="Arial"/>
              </a:rPr>
              <a:t>SPE Polymers, Volume: 6, Issue: 2, First published: 14 April 2025, DOI: (10.1002/pls2.70011) </a:t>
            </a:r>
            <a:endParaRPr b="0" lang="en-US" sz="800" spc="-1" strike="noStrike">
              <a:solidFill>
                <a:srgbClr val="000000"/>
              </a:solidFill>
              <a:latin typeface="Arial"/>
            </a:endParaRPr>
          </a:p>
        </p:txBody>
      </p:sp>
      <p:pic>
        <p:nvPicPr>
          <p:cNvPr id="46" name="Main graphic" descr=""/>
          <p:cNvPicPr/>
          <p:nvPr/>
        </p:nvPicPr>
        <p:blipFill>
          <a:blip r:embed="rId1"/>
          <a:stretch/>
        </p:blipFill>
        <p:spPr>
          <a:xfrm>
            <a:off x="1422360" y="858600"/>
            <a:ext cx="6350040" cy="3616560"/>
          </a:xfrm>
          <a:prstGeom prst="rect">
            <a:avLst/>
          </a:prstGeom>
          <a:ln>
            <a:noFill/>
          </a:ln>
        </p:spPr>
      </p:pic>
    </p:spTree>
  </p:cSld>
  <p:transition>
    <p:wipe dir="r"/>
  </p:transition>
  <p:timing>
    <p:tnLst>
      <p:par>
        <p:cTn id="1" dur="indefinite" restart="never" nodeType="tmRoot">
          <p:childTnLst>
            <p:seq>
              <p:cTn id="2" dur="indefinite" nodeType="mainSeq"/>
              <p:prevCondLst>
                <p:cond delay="0" evt="onPrev">
                  <p:tgtEl>
                    <p:sldTgt/>
                  </p:tgtEl>
                </p:cond>
              </p:prevCondLst>
              <p:nextCondLst>
                <p:cond delay="0" evt="onNext">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LibreOffice/6.0.7.3$Linux_X86_64 LibreOffice_project/dc89aa7a9eabfd848af146d5086077aeed2ae4a5</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