
<file path=[Content_Types].xml><?xml version="1.0" encoding="utf-8"?>
<Types xmlns="http://schemas.openxmlformats.org/package/2006/content-types">
  <Override PartName="/_rels/.rels" ContentType="application/vnd.openxmlformats-package.relationships+xml"/>
  <Override PartName="/ppt/notesSlides/_rels/notesSlide1.xml.rels" ContentType="application/vnd.openxmlformats-package.relationships+xml"/>
  <Override PartName="/ppt/notesSlides/notesSlide1.xml" ContentType="application/vnd.openxmlformats-officedocument.presentationml.notesSlide+xml"/>
  <Override PartName="/ppt/_rels/presentation.xml.rels" ContentType="application/vnd.openxmlformats-package.relationships+xml"/>
  <Override PartName="/ppt/media/image1.jpeg" ContentType="image/jpeg"/>
  <Override PartName="/ppt/slides/_rels/slide1.xml.rels" ContentType="application/vnd.openxmlformats-package.relationships+xml"/>
  <Override PartName="/ppt/slides/slide1.xml" ContentType="application/vnd.openxmlformats-officedocument.presentationml.slide+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1.xml.rels" ContentType="application/vnd.openxmlformats-package.relationships+xml"/>
  <Override PartName="/ppt/slideLayouts/_rels/slideLayout8.xml.rels" ContentType="application/vnd.openxmlformats-package.relationships+xml"/>
  <Override PartName="/ppt/slideLayouts/_rels/slideLayout2.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1.xml" ContentType="application/vnd.openxmlformats-officedocument.theme+xml"/>
  <Override PartName="/ppt/slideMasters/_rels/slideMaster1.xml.rels" ContentType="application/vnd.openxmlformats-package.relationships+xml"/>
  <Override PartName="/ppt/slideMasters/slideMaster1.xml" ContentType="application/vnd.openxmlformats-officedocument.presentationml.slideMaster+xml"/>
  <Override PartName="/ppt/notesMasters/_rels/notesMaster1.xml.rels" ContentType="application/vnd.openxmlformats-package.relationships+xml"/>
  <Override PartName="/ppt/notesMasters/notesMaster1.xml" ContentType="application/vnd.openxmlformats-officedocument.presentationml.notesMaster+xml"/>
  <Override PartName="/ppt/presentation.xml" ContentType="application/vnd.openxmlformats-officedocument.presentationml.presentation.main+xml"/>
  <Override PartName="/docProps/app.xml" ContentType="application/vnd.openxmlformats-officedocument.extended-properties+xml"/>
  <Override PartName="/docProps/core.xml" ContentType="application/vnd.openxmlformats-package.core-propertie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Lst>
  <p:sldSz cx="9144000" cy="6858000"/>
  <p:notesSz cx="7772400" cy="10058400"/>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sldImg"/>
          </p:nvPr>
        </p:nvSpPr>
        <p:spPr>
          <a:xfrm>
            <a:off x="533520" y="764280"/>
            <a:ext cx="6704640" cy="3771360"/>
          </a:xfrm>
          <a:prstGeom prst="rect">
            <a:avLst/>
          </a:prstGeom>
        </p:spPr>
        <p:txBody>
          <a:bodyPr lIns="0" rIns="0" tIns="0" bIns="0" anchor="ctr"/>
          <a:p>
            <a:pPr algn="ctr"/>
            <a:r>
              <a:rPr b="0" lang="en-US" sz="4400" spc="-1" strike="noStrike">
                <a:latin typeface="Arial"/>
              </a:rPr>
              <a:t>Click to move the slide</a:t>
            </a:r>
            <a:endParaRPr b="0" lang="en-US" sz="4400" spc="-1" strike="noStrike">
              <a:latin typeface="Arial"/>
            </a:endParaRPr>
          </a:p>
        </p:txBody>
      </p:sp>
      <p:sp>
        <p:nvSpPr>
          <p:cNvPr id="39" name="PlaceHolder 2"/>
          <p:cNvSpPr>
            <a:spLocks noGrp="1"/>
          </p:cNvSpPr>
          <p:nvPr>
            <p:ph type="body"/>
          </p:nvPr>
        </p:nvSpPr>
        <p:spPr>
          <a:xfrm>
            <a:off x="777240" y="4777560"/>
            <a:ext cx="6217560" cy="4525920"/>
          </a:xfrm>
          <a:prstGeom prst="rect">
            <a:avLst/>
          </a:prstGeom>
        </p:spPr>
        <p:txBody>
          <a:bodyPr lIns="0" rIns="0" tIns="0" bIns="0"/>
          <a:p>
            <a:r>
              <a:rPr b="0" lang="en-US" sz="2000" spc="-1" strike="noStrike">
                <a:latin typeface="Arial"/>
              </a:rPr>
              <a:t>Click to edit the notes format</a:t>
            </a:r>
            <a:endParaRPr b="0" lang="en-US" sz="2000" spc="-1" strike="noStrike">
              <a:latin typeface="Arial"/>
            </a:endParaRPr>
          </a:p>
        </p:txBody>
      </p:sp>
      <p:sp>
        <p:nvSpPr>
          <p:cNvPr id="40" name="PlaceHolder 3"/>
          <p:cNvSpPr>
            <a:spLocks noGrp="1"/>
          </p:cNvSpPr>
          <p:nvPr>
            <p:ph type="hdr"/>
          </p:nvPr>
        </p:nvSpPr>
        <p:spPr>
          <a:xfrm>
            <a:off x="0" y="0"/>
            <a:ext cx="3372840" cy="502560"/>
          </a:xfrm>
          <a:prstGeom prst="rect">
            <a:avLst/>
          </a:prstGeom>
        </p:spPr>
        <p:txBody>
          <a:bodyPr lIns="0" rIns="0" tIns="0" bIns="0"/>
          <a:p>
            <a:r>
              <a:rPr b="0" lang="en-US" sz="1400" spc="-1" strike="noStrike">
                <a:solidFill>
                  <a:srgbClr val="303d22"/>
                </a:solidFill>
                <a:latin typeface="Arial"/>
              </a:rPr>
              <a:t>&lt;header&gt;</a:t>
            </a:r>
            <a:endParaRPr b="0" lang="en-US" sz="1400" spc="-1" strike="noStrike">
              <a:solidFill>
                <a:srgbClr val="303d22"/>
              </a:solidFill>
              <a:latin typeface="Arial"/>
            </a:endParaRPr>
          </a:p>
        </p:txBody>
      </p:sp>
      <p:sp>
        <p:nvSpPr>
          <p:cNvPr id="41" name="PlaceHolder 4"/>
          <p:cNvSpPr>
            <a:spLocks noGrp="1"/>
          </p:cNvSpPr>
          <p:nvPr>
            <p:ph type="dt"/>
          </p:nvPr>
        </p:nvSpPr>
        <p:spPr>
          <a:xfrm>
            <a:off x="4399200" y="0"/>
            <a:ext cx="3372840" cy="502560"/>
          </a:xfrm>
          <a:prstGeom prst="rect">
            <a:avLst/>
          </a:prstGeom>
        </p:spPr>
        <p:txBody>
          <a:bodyPr lIns="0" rIns="0" tIns="0" bIns="0"/>
          <a:p>
            <a:pPr algn="r"/>
            <a:r>
              <a:rPr b="0" lang="en-US" sz="1400" spc="-1" strike="noStrike">
                <a:solidFill>
                  <a:srgbClr val="303d22"/>
                </a:solidFill>
                <a:latin typeface="Arial"/>
              </a:rPr>
              <a:t>&lt;date/time&gt;</a:t>
            </a:r>
            <a:endParaRPr b="0" lang="en-US" sz="1400" spc="-1" strike="noStrike">
              <a:solidFill>
                <a:srgbClr val="303d22"/>
              </a:solidFill>
              <a:latin typeface="Arial"/>
            </a:endParaRPr>
          </a:p>
        </p:txBody>
      </p:sp>
      <p:sp>
        <p:nvSpPr>
          <p:cNvPr id="42" name="PlaceHolder 5"/>
          <p:cNvSpPr>
            <a:spLocks noGrp="1"/>
          </p:cNvSpPr>
          <p:nvPr>
            <p:ph type="ftr"/>
          </p:nvPr>
        </p:nvSpPr>
        <p:spPr>
          <a:xfrm>
            <a:off x="0" y="9555480"/>
            <a:ext cx="3372840" cy="502560"/>
          </a:xfrm>
          <a:prstGeom prst="rect">
            <a:avLst/>
          </a:prstGeom>
        </p:spPr>
        <p:txBody>
          <a:bodyPr lIns="0" rIns="0" tIns="0" bIns="0" anchor="b"/>
          <a:p>
            <a:r>
              <a:rPr b="0" lang="en-US" sz="1400" spc="-1" strike="noStrike">
                <a:solidFill>
                  <a:srgbClr val="303d22"/>
                </a:solidFill>
                <a:latin typeface="Arial"/>
              </a:rPr>
              <a:t>&lt;footer&gt;</a:t>
            </a:r>
            <a:endParaRPr b="0" lang="en-US" sz="1400" spc="-1" strike="noStrike">
              <a:solidFill>
                <a:srgbClr val="303d22"/>
              </a:solidFill>
              <a:latin typeface="Arial"/>
            </a:endParaRPr>
          </a:p>
        </p:txBody>
      </p:sp>
      <p:sp>
        <p:nvSpPr>
          <p:cNvPr id="43" name="PlaceHolder 6"/>
          <p:cNvSpPr>
            <a:spLocks noGrp="1"/>
          </p:cNvSpPr>
          <p:nvPr>
            <p:ph type="sldNum"/>
          </p:nvPr>
        </p:nvSpPr>
        <p:spPr>
          <a:xfrm>
            <a:off x="4399200" y="9555480"/>
            <a:ext cx="3372840" cy="502560"/>
          </a:xfrm>
          <a:prstGeom prst="rect">
            <a:avLst/>
          </a:prstGeom>
        </p:spPr>
        <p:txBody>
          <a:bodyPr lIns="0" rIns="0" tIns="0" bIns="0" anchor="b"/>
          <a:p>
            <a:pPr algn="r"/>
            <a:fld id="{465367CA-541C-404D-A68C-5A2C2B7283B1}" type="slidenum">
              <a:rPr b="0" lang="en-US" sz="1400" spc="-1" strike="noStrike">
                <a:solidFill>
                  <a:srgbClr val="303d22"/>
                </a:solidFill>
                <a:latin typeface="Arial"/>
              </a:rPr>
              <a:t>&lt;number&gt;</a:t>
            </a:fld>
            <a:endParaRPr b="0" lang="en-US" sz="1400" spc="-1" strike="noStrike">
              <a:solidFill>
                <a:srgbClr val="303d22"/>
              </a:solidFill>
              <a:latin typeface="Arial"/>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 name="PlaceHolder 1"/>
          <p:cNvSpPr>
            <a:spLocks noGrp="1"/>
          </p:cNvSpPr>
          <p:nvPr>
            <p:ph type="sldImg"/>
          </p:nvPr>
        </p:nvSpPr>
        <p:spPr>
          <a:xfrm>
            <a:off x="1587960" y="1005840"/>
            <a:ext cx="4596480" cy="3447360"/>
          </a:xfrm>
          <a:prstGeom prst="rect">
            <a:avLst/>
          </a:prstGeom>
        </p:spPr>
      </p:sp>
      <p:sp>
        <p:nvSpPr>
          <p:cNvPr id="48" name="PlaceHolder 2"/>
          <p:cNvSpPr>
            <a:spLocks noGrp="1"/>
          </p:cNvSpPr>
          <p:nvPr>
            <p:ph type="body"/>
          </p:nvPr>
        </p:nvSpPr>
        <p:spPr>
          <a:xfrm>
            <a:off x="1185120" y="4787640"/>
            <a:ext cx="5407560" cy="7083360"/>
          </a:xfrm>
          <a:prstGeom prst="rect">
            <a:avLst/>
          </a:prstGeom>
        </p:spPr>
        <p:txBody>
          <a:bodyPr lIns="0" rIns="0" tIns="0" bIns="0"/>
          <a:p>
            <a:r>
              <a:rPr b="0" lang="en-US" sz="2000" spc="-1" strike="noStrike">
                <a:latin typeface="Arial"/>
              </a:rPr>
              <a:t>(A)1 CAD model preparation. (B) The printer is set up in offline and open‐access modes, utilizing a commercially available SLA 3D printer. (C) The printing process highlights the successful fabrication of complex structures using the developed ink. (D) Post‐processing workflow, 4, Samples fabricated with an in‐situ rheometer, demonstrating stretchability and recoverability.</a:t>
            </a:r>
            <a:endParaRPr b="0" lang="en-US" sz="2000" spc="-1" strike="noStrike">
              <a:latin typeface="Arial"/>
            </a:endParaRPr>
          </a:p>
          <a:p>
            <a:r>
              <a:rPr b="0" lang="en-US" sz="2000" spc="-1" strike="noStrike">
                <a:latin typeface="Arial"/>
              </a:rPr>
              <a:t>IF THIS IMAGE HAS BEEN PROVIDED BY OR IS OWNED BY A THIRD PARTY, AS INDICATED IN THE CAPTION LINE, THEN FURTHER PERMISSION MAY BE NEEDED BEFORE ANY FURTHER USE. PLEASE CONTACT WILEY'S PERMISSIONS DEPARTMENT ON PERMISSIONS@WILEY.COM OR USE THE RIGHTSLINK SERVICE BY CLICKING ON THE 'REQUEST PERMISSIONS' LINK ACCOMPANYING THIS ARTICLE. WILEY OR AUTHOR OWNED IMAGES MAY BE USED FOR NON-COMMERCIAL PURPOSES, SUBJECT TO PROPER CITATION OF THE ARTICLE, AUTHOR, AND PUBLISHER. </a:t>
            </a:r>
            <a:endParaRPr b="0" lang="en-US" sz="2000" spc="-1" strike="noStrike">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3" name="PlaceHolder 2"/>
          <p:cNvSpPr>
            <a:spLocks noGrp="1"/>
          </p:cNvSpPr>
          <p:nvPr>
            <p:ph type="subTitle"/>
          </p:nvPr>
        </p:nvSpPr>
        <p:spPr>
          <a:xfrm>
            <a:off x="457200" y="1604520"/>
            <a:ext cx="8229240" cy="3977280"/>
          </a:xfrm>
          <a:prstGeom prst="rect">
            <a:avLst/>
          </a:prstGeom>
        </p:spPr>
        <p:txBody>
          <a:bodyPr lIns="0" rIns="0" tIns="0" bIns="0" anchor="ctr"/>
          <a:p>
            <a:pPr algn="ct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5" name="PlaceHolder 2"/>
          <p:cNvSpPr>
            <a:spLocks noGrp="1"/>
          </p:cNvSpPr>
          <p:nvPr>
            <p:ph type="body"/>
          </p:nvPr>
        </p:nvSpPr>
        <p:spPr>
          <a:xfrm>
            <a:off x="457200" y="1604520"/>
            <a:ext cx="822924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7" name="PlaceHolder 2"/>
          <p:cNvSpPr>
            <a:spLocks noGrp="1"/>
          </p:cNvSpPr>
          <p:nvPr>
            <p:ph type="body"/>
          </p:nvPr>
        </p:nvSpPr>
        <p:spPr>
          <a:xfrm>
            <a:off x="457200" y="1604520"/>
            <a:ext cx="4015800" cy="3977280"/>
          </a:xfrm>
          <a:prstGeom prst="rect">
            <a:avLst/>
          </a:prstGeom>
        </p:spPr>
        <p:txBody>
          <a:bodyPr lIns="0" rIns="0" tIns="0" bIns="0">
            <a:normAutofit/>
          </a:bodyPr>
          <a:p>
            <a:endParaRPr b="0" lang="en-US" sz="3200" spc="-1" strike="noStrike">
              <a:latin typeface="Arial"/>
            </a:endParaRPr>
          </a:p>
        </p:txBody>
      </p:sp>
      <p:sp>
        <p:nvSpPr>
          <p:cNvPr id="8" name="PlaceHolder 3"/>
          <p:cNvSpPr>
            <a:spLocks noGrp="1"/>
          </p:cNvSpPr>
          <p:nvPr>
            <p:ph type="body"/>
          </p:nvPr>
        </p:nvSpPr>
        <p:spPr>
          <a:xfrm>
            <a:off x="4674240" y="1604520"/>
            <a:ext cx="401580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457200" y="273600"/>
            <a:ext cx="8229240" cy="5307840"/>
          </a:xfrm>
          <a:prstGeom prst="rect">
            <a:avLst/>
          </a:prstGeom>
        </p:spPr>
        <p:txBody>
          <a:bodyPr lIns="0" rIns="0" tIns="0" bIns="0" anchor="ctr"/>
          <a:p>
            <a:pPr algn="ct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12" name="PlaceHolder 2"/>
          <p:cNvSpPr>
            <a:spLocks noGrp="1"/>
          </p:cNvSpPr>
          <p:nvPr>
            <p:ph type="body"/>
          </p:nvPr>
        </p:nvSpPr>
        <p:spPr>
          <a:xfrm>
            <a:off x="457200" y="1604520"/>
            <a:ext cx="4015800" cy="1896840"/>
          </a:xfrm>
          <a:prstGeom prst="rect">
            <a:avLst/>
          </a:prstGeom>
        </p:spPr>
        <p:txBody>
          <a:bodyPr lIns="0" rIns="0" tIns="0" bIns="0">
            <a:normAutofit/>
          </a:bodyPr>
          <a:p>
            <a:endParaRPr b="0" lang="en-US" sz="3200" spc="-1" strike="noStrike">
              <a:latin typeface="Arial"/>
            </a:endParaRPr>
          </a:p>
        </p:txBody>
      </p:sp>
      <p:sp>
        <p:nvSpPr>
          <p:cNvPr id="13" name="PlaceHolder 3"/>
          <p:cNvSpPr>
            <a:spLocks noGrp="1"/>
          </p:cNvSpPr>
          <p:nvPr>
            <p:ph type="body"/>
          </p:nvPr>
        </p:nvSpPr>
        <p:spPr>
          <a:xfrm>
            <a:off x="4674240" y="1604520"/>
            <a:ext cx="4015800" cy="3977280"/>
          </a:xfrm>
          <a:prstGeom prst="rect">
            <a:avLst/>
          </a:prstGeom>
        </p:spPr>
        <p:txBody>
          <a:bodyPr lIns="0" rIns="0" tIns="0" bIns="0">
            <a:normAutofit/>
          </a:bodyPr>
          <a:p>
            <a:endParaRPr b="0" lang="en-US" sz="3200" spc="-1" strike="noStrike">
              <a:latin typeface="Arial"/>
            </a:endParaRPr>
          </a:p>
        </p:txBody>
      </p:sp>
      <p:sp>
        <p:nvSpPr>
          <p:cNvPr id="14" name="PlaceHolder 4"/>
          <p:cNvSpPr>
            <a:spLocks noGrp="1"/>
          </p:cNvSpPr>
          <p:nvPr>
            <p:ph type="body"/>
          </p:nvPr>
        </p:nvSpPr>
        <p:spPr>
          <a:xfrm>
            <a:off x="457200" y="3682080"/>
            <a:ext cx="401580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16" name="PlaceHolder 2"/>
          <p:cNvSpPr>
            <a:spLocks noGrp="1"/>
          </p:cNvSpPr>
          <p:nvPr>
            <p:ph type="body"/>
          </p:nvPr>
        </p:nvSpPr>
        <p:spPr>
          <a:xfrm>
            <a:off x="457200" y="1604520"/>
            <a:ext cx="4015800" cy="3977280"/>
          </a:xfrm>
          <a:prstGeom prst="rect">
            <a:avLst/>
          </a:prstGeom>
        </p:spPr>
        <p:txBody>
          <a:bodyPr lIns="0" rIns="0" tIns="0" bIns="0">
            <a:normAutofit/>
          </a:bodyPr>
          <a:p>
            <a:endParaRPr b="0" lang="en-US" sz="3200" spc="-1" strike="noStrike">
              <a:latin typeface="Arial"/>
            </a:endParaRPr>
          </a:p>
        </p:txBody>
      </p:sp>
      <p:sp>
        <p:nvSpPr>
          <p:cNvPr id="17" name="PlaceHolder 3"/>
          <p:cNvSpPr>
            <a:spLocks noGrp="1"/>
          </p:cNvSpPr>
          <p:nvPr>
            <p:ph type="body"/>
          </p:nvPr>
        </p:nvSpPr>
        <p:spPr>
          <a:xfrm>
            <a:off x="4674240" y="1604520"/>
            <a:ext cx="4015800" cy="1896840"/>
          </a:xfrm>
          <a:prstGeom prst="rect">
            <a:avLst/>
          </a:prstGeom>
        </p:spPr>
        <p:txBody>
          <a:bodyPr lIns="0" rIns="0" tIns="0" bIns="0">
            <a:normAutofit/>
          </a:bodyPr>
          <a:p>
            <a:endParaRPr b="0" lang="en-US" sz="3200" spc="-1" strike="noStrike">
              <a:latin typeface="Arial"/>
            </a:endParaRPr>
          </a:p>
        </p:txBody>
      </p:sp>
      <p:sp>
        <p:nvSpPr>
          <p:cNvPr id="18" name="PlaceHolder 4"/>
          <p:cNvSpPr>
            <a:spLocks noGrp="1"/>
          </p:cNvSpPr>
          <p:nvPr>
            <p:ph type="body"/>
          </p:nvPr>
        </p:nvSpPr>
        <p:spPr>
          <a:xfrm>
            <a:off x="4674240" y="3682080"/>
            <a:ext cx="401580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20" name="PlaceHolder 2"/>
          <p:cNvSpPr>
            <a:spLocks noGrp="1"/>
          </p:cNvSpPr>
          <p:nvPr>
            <p:ph type="body"/>
          </p:nvPr>
        </p:nvSpPr>
        <p:spPr>
          <a:xfrm>
            <a:off x="457200" y="1604520"/>
            <a:ext cx="4015800" cy="1896840"/>
          </a:xfrm>
          <a:prstGeom prst="rect">
            <a:avLst/>
          </a:prstGeom>
        </p:spPr>
        <p:txBody>
          <a:bodyPr lIns="0" rIns="0" tIns="0" bIns="0">
            <a:normAutofit/>
          </a:bodyPr>
          <a:p>
            <a:endParaRPr b="0" lang="en-US" sz="3200" spc="-1" strike="noStrike">
              <a:latin typeface="Arial"/>
            </a:endParaRPr>
          </a:p>
        </p:txBody>
      </p:sp>
      <p:sp>
        <p:nvSpPr>
          <p:cNvPr id="21" name="PlaceHolder 3"/>
          <p:cNvSpPr>
            <a:spLocks noGrp="1"/>
          </p:cNvSpPr>
          <p:nvPr>
            <p:ph type="body"/>
          </p:nvPr>
        </p:nvSpPr>
        <p:spPr>
          <a:xfrm>
            <a:off x="4674240" y="1604520"/>
            <a:ext cx="4015800" cy="1896840"/>
          </a:xfrm>
          <a:prstGeom prst="rect">
            <a:avLst/>
          </a:prstGeom>
        </p:spPr>
        <p:txBody>
          <a:bodyPr lIns="0" rIns="0" tIns="0" bIns="0">
            <a:normAutofit/>
          </a:bodyPr>
          <a:p>
            <a:endParaRPr b="0" lang="en-US" sz="3200" spc="-1" strike="noStrike">
              <a:latin typeface="Arial"/>
            </a:endParaRPr>
          </a:p>
        </p:txBody>
      </p:sp>
      <p:sp>
        <p:nvSpPr>
          <p:cNvPr id="22" name="PlaceHolder 4"/>
          <p:cNvSpPr>
            <a:spLocks noGrp="1"/>
          </p:cNvSpPr>
          <p:nvPr>
            <p:ph type="body"/>
          </p:nvPr>
        </p:nvSpPr>
        <p:spPr>
          <a:xfrm>
            <a:off x="457200" y="3682080"/>
            <a:ext cx="82292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24" name="PlaceHolder 2"/>
          <p:cNvSpPr>
            <a:spLocks noGrp="1"/>
          </p:cNvSpPr>
          <p:nvPr>
            <p:ph type="body"/>
          </p:nvPr>
        </p:nvSpPr>
        <p:spPr>
          <a:xfrm>
            <a:off x="457200" y="1604520"/>
            <a:ext cx="8229240" cy="1896840"/>
          </a:xfrm>
          <a:prstGeom prst="rect">
            <a:avLst/>
          </a:prstGeom>
        </p:spPr>
        <p:txBody>
          <a:bodyPr lIns="0" rIns="0" tIns="0" bIns="0">
            <a:normAutofit/>
          </a:bodyPr>
          <a:p>
            <a:endParaRPr b="0" lang="en-US" sz="3200" spc="-1" strike="noStrike">
              <a:latin typeface="Arial"/>
            </a:endParaRPr>
          </a:p>
        </p:txBody>
      </p:sp>
      <p:sp>
        <p:nvSpPr>
          <p:cNvPr id="25" name="PlaceHolder 3"/>
          <p:cNvSpPr>
            <a:spLocks noGrp="1"/>
          </p:cNvSpPr>
          <p:nvPr>
            <p:ph type="body"/>
          </p:nvPr>
        </p:nvSpPr>
        <p:spPr>
          <a:xfrm>
            <a:off x="457200" y="3682080"/>
            <a:ext cx="82292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27" name="PlaceHolder 2"/>
          <p:cNvSpPr>
            <a:spLocks noGrp="1"/>
          </p:cNvSpPr>
          <p:nvPr>
            <p:ph type="body"/>
          </p:nvPr>
        </p:nvSpPr>
        <p:spPr>
          <a:xfrm>
            <a:off x="457200" y="1604520"/>
            <a:ext cx="4015800" cy="1896840"/>
          </a:xfrm>
          <a:prstGeom prst="rect">
            <a:avLst/>
          </a:prstGeom>
        </p:spPr>
        <p:txBody>
          <a:bodyPr lIns="0" rIns="0" tIns="0" bIns="0">
            <a:normAutofit/>
          </a:bodyPr>
          <a:p>
            <a:endParaRPr b="0" lang="en-US" sz="3200" spc="-1" strike="noStrike">
              <a:latin typeface="Arial"/>
            </a:endParaRPr>
          </a:p>
        </p:txBody>
      </p:sp>
      <p:sp>
        <p:nvSpPr>
          <p:cNvPr id="28" name="PlaceHolder 3"/>
          <p:cNvSpPr>
            <a:spLocks noGrp="1"/>
          </p:cNvSpPr>
          <p:nvPr>
            <p:ph type="body"/>
          </p:nvPr>
        </p:nvSpPr>
        <p:spPr>
          <a:xfrm>
            <a:off x="4674240" y="1604520"/>
            <a:ext cx="4015800" cy="1896840"/>
          </a:xfrm>
          <a:prstGeom prst="rect">
            <a:avLst/>
          </a:prstGeom>
        </p:spPr>
        <p:txBody>
          <a:bodyPr lIns="0" rIns="0" tIns="0" bIns="0">
            <a:normAutofit/>
          </a:bodyPr>
          <a:p>
            <a:endParaRPr b="0" lang="en-US" sz="3200" spc="-1" strike="noStrike">
              <a:latin typeface="Arial"/>
            </a:endParaRPr>
          </a:p>
        </p:txBody>
      </p:sp>
      <p:sp>
        <p:nvSpPr>
          <p:cNvPr id="29" name="PlaceHolder 4"/>
          <p:cNvSpPr>
            <a:spLocks noGrp="1"/>
          </p:cNvSpPr>
          <p:nvPr>
            <p:ph type="body"/>
          </p:nvPr>
        </p:nvSpPr>
        <p:spPr>
          <a:xfrm>
            <a:off x="457200" y="3682080"/>
            <a:ext cx="4015800" cy="1896840"/>
          </a:xfrm>
          <a:prstGeom prst="rect">
            <a:avLst/>
          </a:prstGeom>
        </p:spPr>
        <p:txBody>
          <a:bodyPr lIns="0" rIns="0" tIns="0" bIns="0">
            <a:normAutofit/>
          </a:bodyPr>
          <a:p>
            <a:endParaRPr b="0" lang="en-US" sz="3200" spc="-1" strike="noStrike">
              <a:latin typeface="Arial"/>
            </a:endParaRPr>
          </a:p>
        </p:txBody>
      </p:sp>
      <p:sp>
        <p:nvSpPr>
          <p:cNvPr id="30" name="PlaceHolder 5"/>
          <p:cNvSpPr>
            <a:spLocks noGrp="1"/>
          </p:cNvSpPr>
          <p:nvPr>
            <p:ph type="body"/>
          </p:nvPr>
        </p:nvSpPr>
        <p:spPr>
          <a:xfrm>
            <a:off x="4674240" y="3682080"/>
            <a:ext cx="401580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32" name="PlaceHolder 2"/>
          <p:cNvSpPr>
            <a:spLocks noGrp="1"/>
          </p:cNvSpPr>
          <p:nvPr>
            <p:ph type="body"/>
          </p:nvPr>
        </p:nvSpPr>
        <p:spPr>
          <a:xfrm>
            <a:off x="457200" y="1604520"/>
            <a:ext cx="2649600" cy="1896840"/>
          </a:xfrm>
          <a:prstGeom prst="rect">
            <a:avLst/>
          </a:prstGeom>
        </p:spPr>
        <p:txBody>
          <a:bodyPr lIns="0" rIns="0" tIns="0" bIns="0">
            <a:normAutofit/>
          </a:bodyPr>
          <a:p>
            <a:endParaRPr b="0" lang="en-US" sz="3200" spc="-1" strike="noStrike">
              <a:latin typeface="Arial"/>
            </a:endParaRPr>
          </a:p>
        </p:txBody>
      </p:sp>
      <p:sp>
        <p:nvSpPr>
          <p:cNvPr id="33" name="PlaceHolder 3"/>
          <p:cNvSpPr>
            <a:spLocks noGrp="1"/>
          </p:cNvSpPr>
          <p:nvPr>
            <p:ph type="body"/>
          </p:nvPr>
        </p:nvSpPr>
        <p:spPr>
          <a:xfrm>
            <a:off x="3239640" y="1604520"/>
            <a:ext cx="2649600" cy="1896840"/>
          </a:xfrm>
          <a:prstGeom prst="rect">
            <a:avLst/>
          </a:prstGeom>
        </p:spPr>
        <p:txBody>
          <a:bodyPr lIns="0" rIns="0" tIns="0" bIns="0">
            <a:normAutofit/>
          </a:bodyPr>
          <a:p>
            <a:endParaRPr b="0" lang="en-US" sz="3200" spc="-1" strike="noStrike">
              <a:latin typeface="Arial"/>
            </a:endParaRPr>
          </a:p>
        </p:txBody>
      </p:sp>
      <p:sp>
        <p:nvSpPr>
          <p:cNvPr id="34" name="PlaceHolder 4"/>
          <p:cNvSpPr>
            <a:spLocks noGrp="1"/>
          </p:cNvSpPr>
          <p:nvPr>
            <p:ph type="body"/>
          </p:nvPr>
        </p:nvSpPr>
        <p:spPr>
          <a:xfrm>
            <a:off x="6022080" y="1604520"/>
            <a:ext cx="2649600" cy="1896840"/>
          </a:xfrm>
          <a:prstGeom prst="rect">
            <a:avLst/>
          </a:prstGeom>
        </p:spPr>
        <p:txBody>
          <a:bodyPr lIns="0" rIns="0" tIns="0" bIns="0">
            <a:normAutofit/>
          </a:bodyPr>
          <a:p>
            <a:endParaRPr b="0" lang="en-US" sz="3200" spc="-1" strike="noStrike">
              <a:latin typeface="Arial"/>
            </a:endParaRPr>
          </a:p>
        </p:txBody>
      </p:sp>
      <p:sp>
        <p:nvSpPr>
          <p:cNvPr id="35" name="PlaceHolder 5"/>
          <p:cNvSpPr>
            <a:spLocks noGrp="1"/>
          </p:cNvSpPr>
          <p:nvPr>
            <p:ph type="body"/>
          </p:nvPr>
        </p:nvSpPr>
        <p:spPr>
          <a:xfrm>
            <a:off x="457200" y="3682080"/>
            <a:ext cx="2649600" cy="1896840"/>
          </a:xfrm>
          <a:prstGeom prst="rect">
            <a:avLst/>
          </a:prstGeom>
        </p:spPr>
        <p:txBody>
          <a:bodyPr lIns="0" rIns="0" tIns="0" bIns="0">
            <a:normAutofit/>
          </a:bodyPr>
          <a:p>
            <a:endParaRPr b="0" lang="en-US" sz="3200" spc="-1" strike="noStrike">
              <a:latin typeface="Arial"/>
            </a:endParaRPr>
          </a:p>
        </p:txBody>
      </p:sp>
      <p:sp>
        <p:nvSpPr>
          <p:cNvPr id="36" name="PlaceHolder 6"/>
          <p:cNvSpPr>
            <a:spLocks noGrp="1"/>
          </p:cNvSpPr>
          <p:nvPr>
            <p:ph type="body"/>
          </p:nvPr>
        </p:nvSpPr>
        <p:spPr>
          <a:xfrm>
            <a:off x="3239640" y="3682080"/>
            <a:ext cx="2649600" cy="1896840"/>
          </a:xfrm>
          <a:prstGeom prst="rect">
            <a:avLst/>
          </a:prstGeom>
        </p:spPr>
        <p:txBody>
          <a:bodyPr lIns="0" rIns="0" tIns="0" bIns="0">
            <a:normAutofit/>
          </a:bodyPr>
          <a:p>
            <a:endParaRPr b="0" lang="en-US" sz="3200" spc="-1" strike="noStrike">
              <a:latin typeface="Arial"/>
            </a:endParaRPr>
          </a:p>
        </p:txBody>
      </p:sp>
      <p:sp>
        <p:nvSpPr>
          <p:cNvPr id="37" name="PlaceHolder 7"/>
          <p:cNvSpPr>
            <a:spLocks noGrp="1"/>
          </p:cNvSpPr>
          <p:nvPr>
            <p:ph type="body"/>
          </p:nvPr>
        </p:nvSpPr>
        <p:spPr>
          <a:xfrm>
            <a:off x="6022080" y="3682080"/>
            <a:ext cx="2649600" cy="1896840"/>
          </a:xfrm>
          <a:prstGeom prst="rect">
            <a:avLst/>
          </a:prstGeom>
        </p:spPr>
        <p:txBody>
          <a:bodyPr lIns="0" rIns="0" tIns="0" bIns="0">
            <a:normAutofit/>
          </a:bodyPr>
          <a:p>
            <a:endParaRPr b="0" lang="en-US"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CustomShape 1"/>
          <p:cNvSpPr/>
          <p:nvPr/>
        </p:nvSpPr>
        <p:spPr>
          <a:xfrm>
            <a:off x="0" y="0"/>
            <a:ext cx="144000" cy="6858000"/>
          </a:xfrm>
          <a:prstGeom prst="rect">
            <a:avLst/>
          </a:prstGeom>
          <a:solidFill>
            <a:srgbClr val="0054a6"/>
          </a:solidFill>
          <a:ln>
            <a:noFill/>
          </a:ln>
        </p:spPr>
        <p:style>
          <a:lnRef idx="0"/>
          <a:fillRef idx="0"/>
          <a:effectRef idx="0"/>
          <a:fontRef idx="minor"/>
        </p:style>
      </p:sp>
      <p:sp>
        <p:nvSpPr>
          <p:cNvPr id="1" name="CustomShape 2"/>
          <p:cNvSpPr/>
          <p:nvPr/>
        </p:nvSpPr>
        <p:spPr>
          <a:xfrm>
            <a:off x="0" y="0"/>
            <a:ext cx="144000" cy="1198440"/>
          </a:xfrm>
          <a:prstGeom prst="rect">
            <a:avLst/>
          </a:prstGeom>
          <a:solidFill>
            <a:srgbClr val="ffce34"/>
          </a:solidFill>
          <a:ln>
            <a:noFill/>
          </a:ln>
        </p:spPr>
        <p:style>
          <a:lnRef idx="0"/>
          <a:fillRef idx="0"/>
          <a:effectRef idx="0"/>
          <a:fontRef idx="minor"/>
        </p:style>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2.xml"/><Relationship Id="rId3" Type="http://schemas.openxmlformats.org/officeDocument/2006/relationships/notesSlide" Target="../notesSlides/notesSlide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 name="TextShape 1"/>
          <p:cNvSpPr txBox="1"/>
          <p:nvPr/>
        </p:nvSpPr>
        <p:spPr>
          <a:xfrm>
            <a:off x="1260000" y="152280"/>
            <a:ext cx="7200000" cy="451800"/>
          </a:xfrm>
          <a:prstGeom prst="rect">
            <a:avLst/>
          </a:prstGeom>
          <a:noFill/>
          <a:ln>
            <a:noFill/>
          </a:ln>
        </p:spPr>
        <p:txBody>
          <a:bodyPr lIns="90000" rIns="90000" tIns="46800" bIns="46800"/>
          <a:p>
            <a:r>
              <a:rPr b="0" lang="en-US" sz="1100" spc="-1" strike="noStrike">
                <a:solidFill>
                  <a:srgbClr val="000000"/>
                </a:solidFill>
                <a:latin typeface="Arial"/>
              </a:rPr>
              <a:t>Ammonia‐free natural rubber latex photo‐resin for sustainable 3D printing of highly stretchable and tough elastomers</a:t>
            </a:r>
            <a:endParaRPr b="0" lang="en-US" sz="1100" spc="-1" strike="noStrike">
              <a:solidFill>
                <a:srgbClr val="000000"/>
              </a:solidFill>
              <a:latin typeface="Arial"/>
            </a:endParaRPr>
          </a:p>
        </p:txBody>
      </p:sp>
      <p:sp>
        <p:nvSpPr>
          <p:cNvPr id="45" name="TextShape 2"/>
          <p:cNvSpPr txBox="1"/>
          <p:nvPr/>
        </p:nvSpPr>
        <p:spPr>
          <a:xfrm>
            <a:off x="360000" y="5940000"/>
            <a:ext cx="8640000" cy="451800"/>
          </a:xfrm>
          <a:prstGeom prst="rect">
            <a:avLst/>
          </a:prstGeom>
          <a:noFill/>
          <a:ln>
            <a:noFill/>
          </a:ln>
        </p:spPr>
        <p:txBody>
          <a:bodyPr lIns="90000" rIns="90000" tIns="45000" bIns="45000"/>
          <a:p>
            <a:r>
              <a:rPr b="1" lang="en-US" sz="800" spc="-1" strike="noStrike">
                <a:solidFill>
                  <a:srgbClr val="0054a6"/>
                </a:solidFill>
                <a:latin typeface="Arial"/>
              </a:rPr>
              <a:t>SPE Polymers, Volume: 6, Issue: 2, First published: 14 April 2025, DOI: (10.1002/pls2.70011) </a:t>
            </a:r>
            <a:endParaRPr b="0" lang="en-US" sz="800" spc="-1" strike="noStrike">
              <a:solidFill>
                <a:srgbClr val="000000"/>
              </a:solidFill>
              <a:latin typeface="Arial"/>
            </a:endParaRPr>
          </a:p>
        </p:txBody>
      </p:sp>
      <p:pic>
        <p:nvPicPr>
          <p:cNvPr id="46" name="Main graphic" descr=""/>
          <p:cNvPicPr/>
          <p:nvPr/>
        </p:nvPicPr>
        <p:blipFill>
          <a:blip r:embed="rId1"/>
          <a:stretch/>
        </p:blipFill>
        <p:spPr>
          <a:xfrm>
            <a:off x="1941120" y="762120"/>
            <a:ext cx="5312880" cy="3809880"/>
          </a:xfrm>
          <a:prstGeom prst="rect">
            <a:avLst/>
          </a:prstGeom>
          <a:ln>
            <a:noFill/>
          </a:ln>
        </p:spPr>
      </p:pic>
    </p:spTree>
  </p:cSld>
  <p:transition>
    <p:wipe dir="r"/>
  </p:transition>
  <p:timing>
    <p:tnLst>
      <p:par>
        <p:cTn id="1" dur="indefinite" restart="never" nodeType="tmRoot">
          <p:childTnLst>
            <p:seq>
              <p:cTn id="2" dur="indefinite" nodeType="mainSeq"/>
              <p:prevCondLst>
                <p:cond delay="0" evt="onPrev">
                  <p:tgtEl>
                    <p:sldTgt/>
                  </p:tgtEl>
                </p:cond>
              </p:prevCondLst>
              <p:nextCondLst>
                <p:cond delay="0" evt="onNext">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LibreOffice/6.0.7.3$Linux_X86_64 LibreOffice_project/dc89aa7a9eabfd848af146d5086077aeed2ae4a5</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cp:revision>0</cp:revision>
  <dc:subject/>
  <dc:title/>
</cp:coreProperties>
</file>