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32" r:id="rId2"/>
    <p:sldId id="63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4562-AF17-56F5-8F91-7CBBB2E2E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05AD4-C224-6630-5D98-89C9450F4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16ECD-260A-DCAD-D8E3-DEE8F63A9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B1E7-0E9C-4233-BD0E-E11BEC0B4B05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53FBC-87E3-C7AC-CF15-014E6E3F8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D42BA-03CA-5F02-9CAB-C27A00C4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607C-DA86-465B-B3E6-EEB14790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9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C4A2F-D31E-0E36-A330-11EDB478D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D00AA-4154-23C2-EDA7-14A89AD94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8230-D84D-D850-F50D-F235DB1C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B1E7-0E9C-4233-BD0E-E11BEC0B4B05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8668A-C54C-BA24-9EEA-6D8D30618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E68A7-A278-C9B0-8348-50FE5CC0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607C-DA86-465B-B3E6-EEB14790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24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D514-C243-F885-B014-64E2D348D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56EB9-1052-70CC-9B87-F121248D5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3D6C3-3DCC-AEB0-1AF6-D9F21A6DE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B1E7-0E9C-4233-BD0E-E11BEC0B4B05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724EA-7A86-5AE2-0737-9F9C83788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424FD-C739-2629-DDF9-CA78D3B8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607C-DA86-465B-B3E6-EEB14790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21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7CD7-DE16-58E8-AB83-92403B741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2CD5F-73E8-2BF6-F096-561F379D6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C22990-48A0-44BD-3373-926A7B82A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3DBB3-7434-A30C-66BD-1E149698F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B1E7-0E9C-4233-BD0E-E11BEC0B4B05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0FA4E-BFED-6DE8-F554-CC64DCDC6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6E90F-F5E4-46FC-67B8-7B895373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607C-DA86-465B-B3E6-EEB14790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61286-014B-0590-BFED-4A4CE6A2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D2A3E-B151-7E21-3D3A-7994D4C61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26F1A-768C-4A0E-63DA-A6FA6E728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70624-69D5-DD2C-FCFB-1C2975529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3B1430-F6B8-6248-2516-51DDE43F2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6945E-5753-76B9-6587-88BE7E50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B1E7-0E9C-4233-BD0E-E11BEC0B4B05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931A96-446A-15EA-931F-406769B99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90359B-3564-8391-2192-E5AB2E775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607C-DA86-465B-B3E6-EEB14790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3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FE93-2F80-7C6E-0E6F-B3C7EDE1F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9B43D-14EB-2D77-D22E-9506BFB0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B1E7-0E9C-4233-BD0E-E11BEC0B4B05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3F028-AE05-E3F9-B6F8-FF1A6101A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75951-D62F-6B89-C491-40963353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607C-DA86-465B-B3E6-EEB14790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78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B45CD9-5079-9C6A-7E3F-43D3CC0F7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B1E7-0E9C-4233-BD0E-E11BEC0B4B05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7B9B0E-BC5C-A92F-5015-71D2DBB4D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1F694-E3ED-B860-8294-13C14212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607C-DA86-465B-B3E6-EEB14790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857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DD3E-97B8-5DF7-4ABF-174CED422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8F9A1-DD4B-E3BA-AE3A-7C07504DC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86DFD-42F4-F4F7-961B-E3763E7AD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DBA9C-F9F8-196C-5050-2009A8EF1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B1E7-0E9C-4233-BD0E-E11BEC0B4B05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E8F01-C74F-6F79-C987-8D419DCB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B283B-972C-9DF5-06EE-D9092E5B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607C-DA86-465B-B3E6-EEB14790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53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30F8-D0E1-4904-43C1-71BC34DBF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98E7BC-9BA5-0278-0FAF-51DD861C2C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EBC56-FD6D-8263-EF64-D87F7B6AA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32FDA-9DEF-FDDF-F1DA-4636B237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B1E7-0E9C-4233-BD0E-E11BEC0B4B05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1C808-6698-2257-866B-26DA4B35E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0A49A-0D6F-97B3-F8A4-FD75B67F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607C-DA86-465B-B3E6-EEB14790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83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D524D-3FAC-561D-D5FF-BCEA4ABF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D1C6F-8A87-5A8D-19D4-10341AD6F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EA9A7-4814-6AC3-9709-21055974D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B1E7-0E9C-4233-BD0E-E11BEC0B4B05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F409C-3FBD-94C0-8BD3-107BE243D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F8536-5D2B-FA99-A7E9-BCE84F53A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607C-DA86-465B-B3E6-EEB14790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75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577F53-B975-7A8E-A064-B47B040AC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12E538-66E9-42A1-5ABD-9A4450B56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9F7DB-0D12-0634-718B-B4E162BF4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B1E7-0E9C-4233-BD0E-E11BEC0B4B05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44F0F-677C-A258-E5FC-F51245F37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4784C-9E47-8108-F7BA-E8A7C4A7E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607C-DA86-465B-B3E6-EEB14790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43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- No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idx="1" hasCustomPrompt="1"/>
          </p:nvPr>
        </p:nvSpPr>
        <p:spPr>
          <a:xfrm>
            <a:off x="289983" y="873760"/>
            <a:ext cx="11648335" cy="488357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82563" indent="-182563">
              <a:defRPr/>
            </a:lvl1pPr>
          </a:lstStyle>
          <a:p>
            <a:pPr lvl="0"/>
            <a:r>
              <a:rPr lang="en-US" noProof="0" dirty="0"/>
              <a:t>Text layer 1</a:t>
            </a:r>
          </a:p>
          <a:p>
            <a:pPr lvl="1"/>
            <a:r>
              <a:rPr lang="en-US" noProof="0" dirty="0"/>
              <a:t>Text layer 2</a:t>
            </a:r>
          </a:p>
          <a:p>
            <a:pPr lvl="2"/>
            <a:r>
              <a:rPr lang="en-US" noProof="0" dirty="0"/>
              <a:t>Text layer 3</a:t>
            </a:r>
          </a:p>
          <a:p>
            <a:pPr lvl="3"/>
            <a:r>
              <a:rPr lang="en-US" noProof="0" dirty="0"/>
              <a:t>Text layer 4</a:t>
            </a:r>
          </a:p>
        </p:txBody>
      </p:sp>
      <p:sp>
        <p:nvSpPr>
          <p:cNvPr id="14" name="Titel 13"/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>
              <a:defRPr baseline="0"/>
            </a:lvl1pPr>
          </a:lstStyle>
          <a:p>
            <a:r>
              <a:rPr lang="en-US" noProof="0"/>
              <a:t>Chapter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0" hasCustomPrompt="1"/>
          </p:nvPr>
        </p:nvSpPr>
        <p:spPr>
          <a:xfrm>
            <a:off x="289985" y="5765373"/>
            <a:ext cx="11648335" cy="1523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r">
              <a:buNone/>
              <a:defRPr sz="1000"/>
            </a:lvl1pPr>
          </a:lstStyle>
          <a:p>
            <a:pPr lvl="0"/>
            <a:r>
              <a:rPr lang="en-US" noProof="0"/>
              <a:t>Source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 hasCustomPrompt="1"/>
          </p:nvPr>
        </p:nvSpPr>
        <p:spPr>
          <a:xfrm>
            <a:off x="289984" y="115888"/>
            <a:ext cx="668867" cy="6032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200" b="1">
                <a:solidFill>
                  <a:srgbClr val="FFFFFF"/>
                </a:solidFill>
              </a:defRPr>
            </a:lvl1pPr>
            <a:lvl2pPr marL="27432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 noProof="0"/>
              <a:t>N°</a:t>
            </a:r>
          </a:p>
        </p:txBody>
      </p:sp>
    </p:spTree>
    <p:extLst>
      <p:ext uri="{BB962C8B-B14F-4D97-AF65-F5344CB8AC3E}">
        <p14:creationId xmlns:p14="http://schemas.microsoft.com/office/powerpoint/2010/main" val="3016999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74B9E9-F570-05C7-53F2-85A6C107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F0F18-F608-0B29-BE00-FE2BB7AEF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98D15-0A84-D89B-E481-6E5F1CA38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8CB1E7-0E9C-4233-BD0E-E11BEC0B4B05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D23EF-F5C7-8849-00B7-14F75EC02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01383-9688-133E-F31A-C4774CBCA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0607C-DA86-465B-B3E6-EEB14790E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5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19CF5-C9B7-DC56-A2DA-BD9EC4D2BE9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6" name="Content Placeholder 6" descr="A blue circle with a white circle in the center&#10;&#10;Description automatically generated">
            <a:extLst>
              <a:ext uri="{FF2B5EF4-FFF2-40B4-BE49-F238E27FC236}">
                <a16:creationId xmlns:a16="http://schemas.microsoft.com/office/drawing/2014/main" id="{7E8F8344-A79B-80D8-6D9F-33A788075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045" y="1350499"/>
            <a:ext cx="4816372" cy="3612280"/>
          </a:xfrm>
          <a:prstGeom prst="rect">
            <a:avLst/>
          </a:prstGeom>
        </p:spPr>
      </p:pic>
      <p:pic>
        <p:nvPicPr>
          <p:cNvPr id="7" name="Content Placeholder 8" descr="A blue circle with a white circle in the center&#10;&#10;Description automatically generated">
            <a:extLst>
              <a:ext uri="{FF2B5EF4-FFF2-40B4-BE49-F238E27FC236}">
                <a16:creationId xmlns:a16="http://schemas.microsoft.com/office/drawing/2014/main" id="{82DC66E0-4D6A-43AB-593E-5E89A0D2E4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628" y="1350498"/>
            <a:ext cx="4816374" cy="36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97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number of numbers&#10;&#10;AI-generated content may be incorrect.">
            <a:extLst>
              <a:ext uri="{FF2B5EF4-FFF2-40B4-BE49-F238E27FC236}">
                <a16:creationId xmlns:a16="http://schemas.microsoft.com/office/drawing/2014/main" id="{D6C671AE-245B-5AD5-A0EF-1A75C9B8B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2" t="7597" r="11591" b="5426"/>
          <a:stretch>
            <a:fillRect/>
          </a:stretch>
        </p:blipFill>
        <p:spPr>
          <a:xfrm>
            <a:off x="2026601" y="665322"/>
            <a:ext cx="4085037" cy="3367047"/>
          </a:xfrm>
          <a:prstGeom prst="rect">
            <a:avLst/>
          </a:prstGeom>
        </p:spPr>
      </p:pic>
      <p:pic>
        <p:nvPicPr>
          <p:cNvPr id="4" name="Picture 3" descr="A graph of volume fractions&#10;&#10;AI-generated content may be incorrect.">
            <a:extLst>
              <a:ext uri="{FF2B5EF4-FFF2-40B4-BE49-F238E27FC236}">
                <a16:creationId xmlns:a16="http://schemas.microsoft.com/office/drawing/2014/main" id="{89312A17-0B85-D7B0-6587-96E6CDBD46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21" t="9947" r="10915" b="2087"/>
          <a:stretch>
            <a:fillRect/>
          </a:stretch>
        </p:blipFill>
        <p:spPr>
          <a:xfrm>
            <a:off x="6172137" y="764179"/>
            <a:ext cx="4306662" cy="33670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C1B90D-5D3E-4182-0A3C-D4F6A0DBD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761" y="4205485"/>
            <a:ext cx="2970685" cy="13119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B08EE0B-6D35-45E9-A129-8BE129CECCC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120471" y="4385751"/>
              <a:ext cx="5358328" cy="95142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358328">
                      <a:extLst>
                        <a:ext uri="{9D8B030D-6E8A-4147-A177-3AD203B41FA5}">
                          <a16:colId xmlns:a16="http://schemas.microsoft.com/office/drawing/2014/main" val="4281994447"/>
                        </a:ext>
                      </a:extLst>
                    </a:gridCol>
                  </a:tblGrid>
                  <a:tr h="44982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𝑟𝑒𝑙</m:t>
                                    </m:r>
                                  </m:sub>
                                </m:sSub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f>
                                          <m:fPr>
                                            <m:ctrlPr>
                                              <a:rPr lang="en-US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en-US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+[</m:t>
                                </m:r>
                                <m:func>
                                  <m:funcPr>
                                    <m:ctrlP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0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2.5</m:t>
                                        </m:r>
                                        <m:d>
                                          <m:dPr>
                                            <m:ctrlPr>
                                              <a:rPr lang="en-US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10.5</m:t>
                                </m:r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sz="900" kern="100" dirty="0">
                            <a:effectLst/>
                            <a:latin typeface="Arial" panose="020B0604020202020204" pitchFamily="34" charset="0"/>
                            <a:ea typeface="Aptos" panose="020B00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4300" marR="11430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269901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</a:pPr>
                          <a:endParaRPr lang="en-US" sz="900" kern="100" dirty="0">
                            <a:effectLst/>
                            <a:latin typeface="Arial" panose="020B0604020202020204" pitchFamily="34" charset="0"/>
                            <a:ea typeface="Aptos" panose="020B00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4300" marR="11430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56695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B08EE0B-6D35-45E9-A129-8BE129CECCC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120471" y="4385751"/>
              <a:ext cx="5358328" cy="95142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358328">
                      <a:extLst>
                        <a:ext uri="{9D8B030D-6E8A-4147-A177-3AD203B41FA5}">
                          <a16:colId xmlns:a16="http://schemas.microsoft.com/office/drawing/2014/main" val="4281994447"/>
                        </a:ext>
                      </a:extLst>
                    </a:gridCol>
                  </a:tblGrid>
                  <a:tr h="8071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0" marB="0">
                        <a:blipFill>
                          <a:blip r:embed="rId5"/>
                          <a:stretch>
                            <a:fillRect l="-114" t="-752" r="-341" b="-195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2699019"/>
                      </a:ext>
                    </a:extLst>
                  </a:tr>
                  <a:tr h="144272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</a:pPr>
                          <a:endParaRPr lang="en-US" sz="900" kern="100" dirty="0">
                            <a:effectLst/>
                            <a:latin typeface="Arial" panose="020B0604020202020204" pitchFamily="34" charset="0"/>
                            <a:ea typeface="Aptos" panose="020B00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14300" marR="11430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56695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65564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Oliyad DIBISA</dc:creator>
  <cp:lastModifiedBy>Oliyad DIBISA</cp:lastModifiedBy>
  <cp:revision>1</cp:revision>
  <dcterms:created xsi:type="dcterms:W3CDTF">2026-01-26T00:43:45Z</dcterms:created>
  <dcterms:modified xsi:type="dcterms:W3CDTF">2026-01-26T00:44:47Z</dcterms:modified>
</cp:coreProperties>
</file>